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7" r:id="rId9"/>
    <p:sldId id="266" r:id="rId10"/>
    <p:sldId id="262" r:id="rId11"/>
    <p:sldId id="265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7AD7B8-38C0-4244-A9A5-D36971286D0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7933B8-ED92-4A30-B00C-BF4BB36397CC}">
      <dgm:prSet/>
      <dgm:spPr/>
      <dgm:t>
        <a:bodyPr/>
        <a:lstStyle/>
        <a:p>
          <a:r>
            <a:rPr lang="en-US" dirty="0"/>
            <a:t>AI Model Comparison Project</a:t>
          </a:r>
        </a:p>
      </dgm:t>
    </dgm:pt>
    <dgm:pt modelId="{C53C5041-40F4-41AE-BDC4-DFB42D026886}" type="parTrans" cxnId="{A2FCC027-08C8-427F-9FB6-CC2881654DDD}">
      <dgm:prSet/>
      <dgm:spPr/>
      <dgm:t>
        <a:bodyPr/>
        <a:lstStyle/>
        <a:p>
          <a:endParaRPr lang="en-US"/>
        </a:p>
      </dgm:t>
    </dgm:pt>
    <dgm:pt modelId="{6649FFEF-BA6A-420D-B69A-3AB4556CB423}" type="sibTrans" cxnId="{A2FCC027-08C8-427F-9FB6-CC2881654DDD}">
      <dgm:prSet/>
      <dgm:spPr/>
      <dgm:t>
        <a:bodyPr/>
        <a:lstStyle/>
        <a:p>
          <a:endParaRPr lang="en-US"/>
        </a:p>
      </dgm:t>
    </dgm:pt>
    <dgm:pt modelId="{CB50F74E-EEEB-47D2-93C2-B19195753F7E}">
      <dgm:prSet/>
      <dgm:spPr/>
      <dgm:t>
        <a:bodyPr/>
        <a:lstStyle/>
        <a:p>
          <a:r>
            <a:rPr lang="en-US"/>
            <a:t>We have done the project in 5 steps</a:t>
          </a:r>
        </a:p>
      </dgm:t>
    </dgm:pt>
    <dgm:pt modelId="{14A9CF97-C745-4A9C-AEA5-4C68FFAD740C}" type="parTrans" cxnId="{15906035-D9C2-4DCC-8526-25A07EF406AF}">
      <dgm:prSet/>
      <dgm:spPr/>
      <dgm:t>
        <a:bodyPr/>
        <a:lstStyle/>
        <a:p>
          <a:endParaRPr lang="en-US"/>
        </a:p>
      </dgm:t>
    </dgm:pt>
    <dgm:pt modelId="{F002710E-ED56-48E5-ACEF-157C555C35B8}" type="sibTrans" cxnId="{15906035-D9C2-4DCC-8526-25A07EF406AF}">
      <dgm:prSet/>
      <dgm:spPr/>
      <dgm:t>
        <a:bodyPr/>
        <a:lstStyle/>
        <a:p>
          <a:endParaRPr lang="en-US"/>
        </a:p>
      </dgm:t>
    </dgm:pt>
    <dgm:pt modelId="{EB7153BE-E001-419F-ABA7-6DF8683A0EA2}">
      <dgm:prSet/>
      <dgm:spPr/>
      <dgm:t>
        <a:bodyPr/>
        <a:lstStyle/>
        <a:p>
          <a:r>
            <a:rPr lang="en-US"/>
            <a:t>1. Load API keys</a:t>
          </a:r>
        </a:p>
      </dgm:t>
    </dgm:pt>
    <dgm:pt modelId="{A859E0B9-79EC-4656-821B-521067FA1CEA}" type="parTrans" cxnId="{E3E3863A-9C5B-419A-8989-7561DECCE5AC}">
      <dgm:prSet/>
      <dgm:spPr/>
      <dgm:t>
        <a:bodyPr/>
        <a:lstStyle/>
        <a:p>
          <a:endParaRPr lang="en-US"/>
        </a:p>
      </dgm:t>
    </dgm:pt>
    <dgm:pt modelId="{260D9F77-875E-4080-881E-B83FFFEFA652}" type="sibTrans" cxnId="{E3E3863A-9C5B-419A-8989-7561DECCE5AC}">
      <dgm:prSet/>
      <dgm:spPr/>
      <dgm:t>
        <a:bodyPr/>
        <a:lstStyle/>
        <a:p>
          <a:endParaRPr lang="en-US"/>
        </a:p>
      </dgm:t>
    </dgm:pt>
    <dgm:pt modelId="{9A3D6D5F-08E8-481D-9C38-2FEA801DED5A}">
      <dgm:prSet/>
      <dgm:spPr/>
      <dgm:t>
        <a:bodyPr/>
        <a:lstStyle/>
        <a:p>
          <a:r>
            <a:rPr lang="en-US"/>
            <a:t>2. Create model clients</a:t>
          </a:r>
        </a:p>
      </dgm:t>
    </dgm:pt>
    <dgm:pt modelId="{DB12F753-6FAA-4945-9306-204666572593}" type="parTrans" cxnId="{A9EA259A-6902-40A3-BDEF-BF3E630A354B}">
      <dgm:prSet/>
      <dgm:spPr/>
      <dgm:t>
        <a:bodyPr/>
        <a:lstStyle/>
        <a:p>
          <a:endParaRPr lang="en-US"/>
        </a:p>
      </dgm:t>
    </dgm:pt>
    <dgm:pt modelId="{D9D391F0-FB9A-477E-91C5-A6AE020ABB9C}" type="sibTrans" cxnId="{A9EA259A-6902-40A3-BDEF-BF3E630A354B}">
      <dgm:prSet/>
      <dgm:spPr/>
      <dgm:t>
        <a:bodyPr/>
        <a:lstStyle/>
        <a:p>
          <a:endParaRPr lang="en-US"/>
        </a:p>
      </dgm:t>
    </dgm:pt>
    <dgm:pt modelId="{B487DFE8-5D6F-4190-B4E0-FEBBEC077E74}">
      <dgm:prSet/>
      <dgm:spPr/>
      <dgm:t>
        <a:bodyPr/>
        <a:lstStyle/>
        <a:p>
          <a:r>
            <a:rPr lang="en-US"/>
            <a:t>3. Define model functions</a:t>
          </a:r>
        </a:p>
      </dgm:t>
    </dgm:pt>
    <dgm:pt modelId="{62839F9B-9D4E-416B-9757-993C3D85199E}" type="parTrans" cxnId="{C941541B-C933-436C-9DE0-15CC3F714983}">
      <dgm:prSet/>
      <dgm:spPr/>
      <dgm:t>
        <a:bodyPr/>
        <a:lstStyle/>
        <a:p>
          <a:endParaRPr lang="en-US"/>
        </a:p>
      </dgm:t>
    </dgm:pt>
    <dgm:pt modelId="{7F9B1F35-9B5B-4E34-B066-F9D9BDBF894F}" type="sibTrans" cxnId="{C941541B-C933-436C-9DE0-15CC3F714983}">
      <dgm:prSet/>
      <dgm:spPr/>
      <dgm:t>
        <a:bodyPr/>
        <a:lstStyle/>
        <a:p>
          <a:endParaRPr lang="en-US"/>
        </a:p>
      </dgm:t>
    </dgm:pt>
    <dgm:pt modelId="{D32C925E-29BB-4935-816D-964D6C402AFE}">
      <dgm:prSet/>
      <dgm:spPr/>
      <dgm:t>
        <a:bodyPr/>
        <a:lstStyle/>
        <a:p>
          <a:r>
            <a:rPr lang="en-US"/>
            <a:t>4. Run evaluation</a:t>
          </a:r>
        </a:p>
      </dgm:t>
    </dgm:pt>
    <dgm:pt modelId="{A558B099-4607-4F54-8228-3A00A235F74C}" type="parTrans" cxnId="{286A003C-58D8-44B1-9829-1F9FF78EE8FE}">
      <dgm:prSet/>
      <dgm:spPr/>
      <dgm:t>
        <a:bodyPr/>
        <a:lstStyle/>
        <a:p>
          <a:endParaRPr lang="en-US"/>
        </a:p>
      </dgm:t>
    </dgm:pt>
    <dgm:pt modelId="{704CEF2C-D114-4EE9-8018-65B9FBBD72AB}" type="sibTrans" cxnId="{286A003C-58D8-44B1-9829-1F9FF78EE8FE}">
      <dgm:prSet/>
      <dgm:spPr/>
      <dgm:t>
        <a:bodyPr/>
        <a:lstStyle/>
        <a:p>
          <a:endParaRPr lang="en-US"/>
        </a:p>
      </dgm:t>
    </dgm:pt>
    <dgm:pt modelId="{F978B00C-382E-4AB4-9DDB-73C2C72607B0}">
      <dgm:prSet/>
      <dgm:spPr/>
      <dgm:t>
        <a:bodyPr/>
        <a:lstStyle/>
        <a:p>
          <a:r>
            <a:rPr lang="en-US"/>
            <a:t>5. Show results (UI / scorecard)</a:t>
          </a:r>
        </a:p>
      </dgm:t>
    </dgm:pt>
    <dgm:pt modelId="{864BCB64-FF08-4DCA-883D-283BF65A55C7}" type="parTrans" cxnId="{4F5B4817-90B6-473B-92EA-8B7B57D1D1F9}">
      <dgm:prSet/>
      <dgm:spPr/>
      <dgm:t>
        <a:bodyPr/>
        <a:lstStyle/>
        <a:p>
          <a:endParaRPr lang="en-US"/>
        </a:p>
      </dgm:t>
    </dgm:pt>
    <dgm:pt modelId="{82615D6C-CC1D-4A1A-B65E-FB80DF8111DB}" type="sibTrans" cxnId="{4F5B4817-90B6-473B-92EA-8B7B57D1D1F9}">
      <dgm:prSet/>
      <dgm:spPr/>
      <dgm:t>
        <a:bodyPr/>
        <a:lstStyle/>
        <a:p>
          <a:endParaRPr lang="en-US"/>
        </a:p>
      </dgm:t>
    </dgm:pt>
    <dgm:pt modelId="{5D5340A5-A863-4CF5-ADA5-68754EC9DD3F}" type="pres">
      <dgm:prSet presAssocID="{6B7AD7B8-38C0-4244-A9A5-D36971286D07}" presName="vert0" presStyleCnt="0">
        <dgm:presLayoutVars>
          <dgm:dir/>
          <dgm:animOne val="branch"/>
          <dgm:animLvl val="lvl"/>
        </dgm:presLayoutVars>
      </dgm:prSet>
      <dgm:spPr/>
    </dgm:pt>
    <dgm:pt modelId="{8500D7A9-358D-4CBC-9236-755C5D66926D}" type="pres">
      <dgm:prSet presAssocID="{277933B8-ED92-4A30-B00C-BF4BB36397CC}" presName="thickLine" presStyleLbl="alignNode1" presStyleIdx="0" presStyleCnt="7"/>
      <dgm:spPr/>
    </dgm:pt>
    <dgm:pt modelId="{6DD6C01E-9EB2-478E-9147-75E7D4A5D9DF}" type="pres">
      <dgm:prSet presAssocID="{277933B8-ED92-4A30-B00C-BF4BB36397CC}" presName="horz1" presStyleCnt="0"/>
      <dgm:spPr/>
    </dgm:pt>
    <dgm:pt modelId="{E12D52D1-8573-4F73-B9B8-C0AC3E4FFC7E}" type="pres">
      <dgm:prSet presAssocID="{277933B8-ED92-4A30-B00C-BF4BB36397CC}" presName="tx1" presStyleLbl="revTx" presStyleIdx="0" presStyleCnt="7"/>
      <dgm:spPr/>
    </dgm:pt>
    <dgm:pt modelId="{A94C6D07-0750-4411-83B3-648F55AFDF1E}" type="pres">
      <dgm:prSet presAssocID="{277933B8-ED92-4A30-B00C-BF4BB36397CC}" presName="vert1" presStyleCnt="0"/>
      <dgm:spPr/>
    </dgm:pt>
    <dgm:pt modelId="{270C1519-D5CA-4055-B635-18389CBE3490}" type="pres">
      <dgm:prSet presAssocID="{CB50F74E-EEEB-47D2-93C2-B19195753F7E}" presName="thickLine" presStyleLbl="alignNode1" presStyleIdx="1" presStyleCnt="7"/>
      <dgm:spPr/>
    </dgm:pt>
    <dgm:pt modelId="{4D36DCE1-4C0D-4E7F-A226-C540EA4AE626}" type="pres">
      <dgm:prSet presAssocID="{CB50F74E-EEEB-47D2-93C2-B19195753F7E}" presName="horz1" presStyleCnt="0"/>
      <dgm:spPr/>
    </dgm:pt>
    <dgm:pt modelId="{BCA0E6CA-2CFF-406E-95D9-679CCAA36F39}" type="pres">
      <dgm:prSet presAssocID="{CB50F74E-EEEB-47D2-93C2-B19195753F7E}" presName="tx1" presStyleLbl="revTx" presStyleIdx="1" presStyleCnt="7"/>
      <dgm:spPr/>
    </dgm:pt>
    <dgm:pt modelId="{164C96B7-597F-4B81-A08A-EC380EFF1927}" type="pres">
      <dgm:prSet presAssocID="{CB50F74E-EEEB-47D2-93C2-B19195753F7E}" presName="vert1" presStyleCnt="0"/>
      <dgm:spPr/>
    </dgm:pt>
    <dgm:pt modelId="{2A0915B5-5D32-4880-BD51-ACF458E9BEDE}" type="pres">
      <dgm:prSet presAssocID="{EB7153BE-E001-419F-ABA7-6DF8683A0EA2}" presName="thickLine" presStyleLbl="alignNode1" presStyleIdx="2" presStyleCnt="7"/>
      <dgm:spPr/>
    </dgm:pt>
    <dgm:pt modelId="{CF4ACF31-FCCA-4414-B397-373F5E0894A1}" type="pres">
      <dgm:prSet presAssocID="{EB7153BE-E001-419F-ABA7-6DF8683A0EA2}" presName="horz1" presStyleCnt="0"/>
      <dgm:spPr/>
    </dgm:pt>
    <dgm:pt modelId="{BAA90FC5-4330-4CE3-8673-4E763CA29B8A}" type="pres">
      <dgm:prSet presAssocID="{EB7153BE-E001-419F-ABA7-6DF8683A0EA2}" presName="tx1" presStyleLbl="revTx" presStyleIdx="2" presStyleCnt="7"/>
      <dgm:spPr/>
    </dgm:pt>
    <dgm:pt modelId="{A630AA10-6A5E-41E0-A78F-9966E48299E1}" type="pres">
      <dgm:prSet presAssocID="{EB7153BE-E001-419F-ABA7-6DF8683A0EA2}" presName="vert1" presStyleCnt="0"/>
      <dgm:spPr/>
    </dgm:pt>
    <dgm:pt modelId="{B5AACE76-5904-472C-8AC6-FED98521D3B3}" type="pres">
      <dgm:prSet presAssocID="{9A3D6D5F-08E8-481D-9C38-2FEA801DED5A}" presName="thickLine" presStyleLbl="alignNode1" presStyleIdx="3" presStyleCnt="7"/>
      <dgm:spPr/>
    </dgm:pt>
    <dgm:pt modelId="{6E2BC9FE-0AD2-4CFC-90A5-9D74B5758117}" type="pres">
      <dgm:prSet presAssocID="{9A3D6D5F-08E8-481D-9C38-2FEA801DED5A}" presName="horz1" presStyleCnt="0"/>
      <dgm:spPr/>
    </dgm:pt>
    <dgm:pt modelId="{BA25BB69-6CEA-4934-8CC5-6316BC1AE29D}" type="pres">
      <dgm:prSet presAssocID="{9A3D6D5F-08E8-481D-9C38-2FEA801DED5A}" presName="tx1" presStyleLbl="revTx" presStyleIdx="3" presStyleCnt="7"/>
      <dgm:spPr/>
    </dgm:pt>
    <dgm:pt modelId="{6099764A-6558-47E5-9892-58AC408AFA14}" type="pres">
      <dgm:prSet presAssocID="{9A3D6D5F-08E8-481D-9C38-2FEA801DED5A}" presName="vert1" presStyleCnt="0"/>
      <dgm:spPr/>
    </dgm:pt>
    <dgm:pt modelId="{695CEB88-BD8F-438B-96FA-5F75FAAD06FE}" type="pres">
      <dgm:prSet presAssocID="{B487DFE8-5D6F-4190-B4E0-FEBBEC077E74}" presName="thickLine" presStyleLbl="alignNode1" presStyleIdx="4" presStyleCnt="7"/>
      <dgm:spPr/>
    </dgm:pt>
    <dgm:pt modelId="{24BDAA6A-B8FF-49F4-BBC9-8D7685DE265B}" type="pres">
      <dgm:prSet presAssocID="{B487DFE8-5D6F-4190-B4E0-FEBBEC077E74}" presName="horz1" presStyleCnt="0"/>
      <dgm:spPr/>
    </dgm:pt>
    <dgm:pt modelId="{C0CA4070-731A-4ABB-9A25-7547AFC1EFC8}" type="pres">
      <dgm:prSet presAssocID="{B487DFE8-5D6F-4190-B4E0-FEBBEC077E74}" presName="tx1" presStyleLbl="revTx" presStyleIdx="4" presStyleCnt="7"/>
      <dgm:spPr/>
    </dgm:pt>
    <dgm:pt modelId="{B6540969-2A67-4D03-80A7-E97BF0BC7C61}" type="pres">
      <dgm:prSet presAssocID="{B487DFE8-5D6F-4190-B4E0-FEBBEC077E74}" presName="vert1" presStyleCnt="0"/>
      <dgm:spPr/>
    </dgm:pt>
    <dgm:pt modelId="{20584693-B816-48F0-88B0-AEBBC23EF33C}" type="pres">
      <dgm:prSet presAssocID="{D32C925E-29BB-4935-816D-964D6C402AFE}" presName="thickLine" presStyleLbl="alignNode1" presStyleIdx="5" presStyleCnt="7"/>
      <dgm:spPr/>
    </dgm:pt>
    <dgm:pt modelId="{3D67A41A-698F-4A7C-9677-B239EAC7F8D9}" type="pres">
      <dgm:prSet presAssocID="{D32C925E-29BB-4935-816D-964D6C402AFE}" presName="horz1" presStyleCnt="0"/>
      <dgm:spPr/>
    </dgm:pt>
    <dgm:pt modelId="{60DFA962-A787-45EA-B8FA-7FCDFBE6B5F7}" type="pres">
      <dgm:prSet presAssocID="{D32C925E-29BB-4935-816D-964D6C402AFE}" presName="tx1" presStyleLbl="revTx" presStyleIdx="5" presStyleCnt="7"/>
      <dgm:spPr/>
    </dgm:pt>
    <dgm:pt modelId="{F74F8D1C-E346-4126-8E74-32E43E6BABFC}" type="pres">
      <dgm:prSet presAssocID="{D32C925E-29BB-4935-816D-964D6C402AFE}" presName="vert1" presStyleCnt="0"/>
      <dgm:spPr/>
    </dgm:pt>
    <dgm:pt modelId="{9085D2EC-3529-4095-8E78-9571DE1DE858}" type="pres">
      <dgm:prSet presAssocID="{F978B00C-382E-4AB4-9DDB-73C2C72607B0}" presName="thickLine" presStyleLbl="alignNode1" presStyleIdx="6" presStyleCnt="7"/>
      <dgm:spPr/>
    </dgm:pt>
    <dgm:pt modelId="{D16EDCE8-1A7E-4ED4-9AEF-C58017614FAE}" type="pres">
      <dgm:prSet presAssocID="{F978B00C-382E-4AB4-9DDB-73C2C72607B0}" presName="horz1" presStyleCnt="0"/>
      <dgm:spPr/>
    </dgm:pt>
    <dgm:pt modelId="{5BE3141A-F12F-47E6-A123-B5BC6375760D}" type="pres">
      <dgm:prSet presAssocID="{F978B00C-382E-4AB4-9DDB-73C2C72607B0}" presName="tx1" presStyleLbl="revTx" presStyleIdx="6" presStyleCnt="7"/>
      <dgm:spPr/>
    </dgm:pt>
    <dgm:pt modelId="{D9300C40-D89B-4179-8337-E228A0B30FA7}" type="pres">
      <dgm:prSet presAssocID="{F978B00C-382E-4AB4-9DDB-73C2C72607B0}" presName="vert1" presStyleCnt="0"/>
      <dgm:spPr/>
    </dgm:pt>
  </dgm:ptLst>
  <dgm:cxnLst>
    <dgm:cxn modelId="{4F5B4817-90B6-473B-92EA-8B7B57D1D1F9}" srcId="{6B7AD7B8-38C0-4244-A9A5-D36971286D07}" destId="{F978B00C-382E-4AB4-9DDB-73C2C72607B0}" srcOrd="6" destOrd="0" parTransId="{864BCB64-FF08-4DCA-883D-283BF65A55C7}" sibTransId="{82615D6C-CC1D-4A1A-B65E-FB80DF8111DB}"/>
    <dgm:cxn modelId="{C941541B-C933-436C-9DE0-15CC3F714983}" srcId="{6B7AD7B8-38C0-4244-A9A5-D36971286D07}" destId="{B487DFE8-5D6F-4190-B4E0-FEBBEC077E74}" srcOrd="4" destOrd="0" parTransId="{62839F9B-9D4E-416B-9757-993C3D85199E}" sibTransId="{7F9B1F35-9B5B-4E34-B066-F9D9BDBF894F}"/>
    <dgm:cxn modelId="{A2FCC027-08C8-427F-9FB6-CC2881654DDD}" srcId="{6B7AD7B8-38C0-4244-A9A5-D36971286D07}" destId="{277933B8-ED92-4A30-B00C-BF4BB36397CC}" srcOrd="0" destOrd="0" parTransId="{C53C5041-40F4-41AE-BDC4-DFB42D026886}" sibTransId="{6649FFEF-BA6A-420D-B69A-3AB4556CB423}"/>
    <dgm:cxn modelId="{15906035-D9C2-4DCC-8526-25A07EF406AF}" srcId="{6B7AD7B8-38C0-4244-A9A5-D36971286D07}" destId="{CB50F74E-EEEB-47D2-93C2-B19195753F7E}" srcOrd="1" destOrd="0" parTransId="{14A9CF97-C745-4A9C-AEA5-4C68FFAD740C}" sibTransId="{F002710E-ED56-48E5-ACEF-157C555C35B8}"/>
    <dgm:cxn modelId="{E3E3863A-9C5B-419A-8989-7561DECCE5AC}" srcId="{6B7AD7B8-38C0-4244-A9A5-D36971286D07}" destId="{EB7153BE-E001-419F-ABA7-6DF8683A0EA2}" srcOrd="2" destOrd="0" parTransId="{A859E0B9-79EC-4656-821B-521067FA1CEA}" sibTransId="{260D9F77-875E-4080-881E-B83FFFEFA652}"/>
    <dgm:cxn modelId="{67ACE33A-7753-4176-A0A9-6921DCE59469}" type="presOf" srcId="{6B7AD7B8-38C0-4244-A9A5-D36971286D07}" destId="{5D5340A5-A863-4CF5-ADA5-68754EC9DD3F}" srcOrd="0" destOrd="0" presId="urn:microsoft.com/office/officeart/2008/layout/LinedList"/>
    <dgm:cxn modelId="{286A003C-58D8-44B1-9829-1F9FF78EE8FE}" srcId="{6B7AD7B8-38C0-4244-A9A5-D36971286D07}" destId="{D32C925E-29BB-4935-816D-964D6C402AFE}" srcOrd="5" destOrd="0" parTransId="{A558B099-4607-4F54-8228-3A00A235F74C}" sibTransId="{704CEF2C-D114-4EE9-8018-65B9FBBD72AB}"/>
    <dgm:cxn modelId="{7AB4BA61-2DCE-4778-B68B-CB6823135EEF}" type="presOf" srcId="{9A3D6D5F-08E8-481D-9C38-2FEA801DED5A}" destId="{BA25BB69-6CEA-4934-8CC5-6316BC1AE29D}" srcOrd="0" destOrd="0" presId="urn:microsoft.com/office/officeart/2008/layout/LinedList"/>
    <dgm:cxn modelId="{51FFCB67-C776-4993-9217-F9C56D0239EC}" type="presOf" srcId="{B487DFE8-5D6F-4190-B4E0-FEBBEC077E74}" destId="{C0CA4070-731A-4ABB-9A25-7547AFC1EFC8}" srcOrd="0" destOrd="0" presId="urn:microsoft.com/office/officeart/2008/layout/LinedList"/>
    <dgm:cxn modelId="{21FCA74C-F823-4BC7-AA85-5F13902D407B}" type="presOf" srcId="{F978B00C-382E-4AB4-9DDB-73C2C72607B0}" destId="{5BE3141A-F12F-47E6-A123-B5BC6375760D}" srcOrd="0" destOrd="0" presId="urn:microsoft.com/office/officeart/2008/layout/LinedList"/>
    <dgm:cxn modelId="{5968444D-79C2-4EB8-9F35-BFD326CE535A}" type="presOf" srcId="{CB50F74E-EEEB-47D2-93C2-B19195753F7E}" destId="{BCA0E6CA-2CFF-406E-95D9-679CCAA36F39}" srcOrd="0" destOrd="0" presId="urn:microsoft.com/office/officeart/2008/layout/LinedList"/>
    <dgm:cxn modelId="{345E8F73-F965-444F-B9FC-2DE19519A007}" type="presOf" srcId="{EB7153BE-E001-419F-ABA7-6DF8683A0EA2}" destId="{BAA90FC5-4330-4CE3-8673-4E763CA29B8A}" srcOrd="0" destOrd="0" presId="urn:microsoft.com/office/officeart/2008/layout/LinedList"/>
    <dgm:cxn modelId="{A9EA259A-6902-40A3-BDEF-BF3E630A354B}" srcId="{6B7AD7B8-38C0-4244-A9A5-D36971286D07}" destId="{9A3D6D5F-08E8-481D-9C38-2FEA801DED5A}" srcOrd="3" destOrd="0" parTransId="{DB12F753-6FAA-4945-9306-204666572593}" sibTransId="{D9D391F0-FB9A-477E-91C5-A6AE020ABB9C}"/>
    <dgm:cxn modelId="{E26825D5-243E-4EF1-B221-0DE7B7EA7339}" type="presOf" srcId="{277933B8-ED92-4A30-B00C-BF4BB36397CC}" destId="{E12D52D1-8573-4F73-B9B8-C0AC3E4FFC7E}" srcOrd="0" destOrd="0" presId="urn:microsoft.com/office/officeart/2008/layout/LinedList"/>
    <dgm:cxn modelId="{09457DD5-FA8E-4D55-8E05-5F677B927095}" type="presOf" srcId="{D32C925E-29BB-4935-816D-964D6C402AFE}" destId="{60DFA962-A787-45EA-B8FA-7FCDFBE6B5F7}" srcOrd="0" destOrd="0" presId="urn:microsoft.com/office/officeart/2008/layout/LinedList"/>
    <dgm:cxn modelId="{2EF72DF9-58A6-4CC1-A411-DD1C60C034A0}" type="presParOf" srcId="{5D5340A5-A863-4CF5-ADA5-68754EC9DD3F}" destId="{8500D7A9-358D-4CBC-9236-755C5D66926D}" srcOrd="0" destOrd="0" presId="urn:microsoft.com/office/officeart/2008/layout/LinedList"/>
    <dgm:cxn modelId="{23A12310-0280-432C-BCF8-6DB3D6F18088}" type="presParOf" srcId="{5D5340A5-A863-4CF5-ADA5-68754EC9DD3F}" destId="{6DD6C01E-9EB2-478E-9147-75E7D4A5D9DF}" srcOrd="1" destOrd="0" presId="urn:microsoft.com/office/officeart/2008/layout/LinedList"/>
    <dgm:cxn modelId="{0FDC5FE3-0562-4140-87E2-9497F6DFD761}" type="presParOf" srcId="{6DD6C01E-9EB2-478E-9147-75E7D4A5D9DF}" destId="{E12D52D1-8573-4F73-B9B8-C0AC3E4FFC7E}" srcOrd="0" destOrd="0" presId="urn:microsoft.com/office/officeart/2008/layout/LinedList"/>
    <dgm:cxn modelId="{541A0F90-773D-4423-994D-F40CF2894F1D}" type="presParOf" srcId="{6DD6C01E-9EB2-478E-9147-75E7D4A5D9DF}" destId="{A94C6D07-0750-4411-83B3-648F55AFDF1E}" srcOrd="1" destOrd="0" presId="urn:microsoft.com/office/officeart/2008/layout/LinedList"/>
    <dgm:cxn modelId="{CE7F0303-B4AC-47F7-93B1-341E4DFC54A6}" type="presParOf" srcId="{5D5340A5-A863-4CF5-ADA5-68754EC9DD3F}" destId="{270C1519-D5CA-4055-B635-18389CBE3490}" srcOrd="2" destOrd="0" presId="urn:microsoft.com/office/officeart/2008/layout/LinedList"/>
    <dgm:cxn modelId="{7D0D01AC-0EAB-4781-B7A1-B3A11407D648}" type="presParOf" srcId="{5D5340A5-A863-4CF5-ADA5-68754EC9DD3F}" destId="{4D36DCE1-4C0D-4E7F-A226-C540EA4AE626}" srcOrd="3" destOrd="0" presId="urn:microsoft.com/office/officeart/2008/layout/LinedList"/>
    <dgm:cxn modelId="{9D405F67-5CF6-4C39-B426-654A8C2F67D4}" type="presParOf" srcId="{4D36DCE1-4C0D-4E7F-A226-C540EA4AE626}" destId="{BCA0E6CA-2CFF-406E-95D9-679CCAA36F39}" srcOrd="0" destOrd="0" presId="urn:microsoft.com/office/officeart/2008/layout/LinedList"/>
    <dgm:cxn modelId="{68DC596F-9CAE-45D4-AACA-417E1E2554F8}" type="presParOf" srcId="{4D36DCE1-4C0D-4E7F-A226-C540EA4AE626}" destId="{164C96B7-597F-4B81-A08A-EC380EFF1927}" srcOrd="1" destOrd="0" presId="urn:microsoft.com/office/officeart/2008/layout/LinedList"/>
    <dgm:cxn modelId="{D0635E9E-B599-4661-9A52-317A1B57D158}" type="presParOf" srcId="{5D5340A5-A863-4CF5-ADA5-68754EC9DD3F}" destId="{2A0915B5-5D32-4880-BD51-ACF458E9BEDE}" srcOrd="4" destOrd="0" presId="urn:microsoft.com/office/officeart/2008/layout/LinedList"/>
    <dgm:cxn modelId="{9E5AFA13-7143-4F21-AFFA-FDAA3AFF68D9}" type="presParOf" srcId="{5D5340A5-A863-4CF5-ADA5-68754EC9DD3F}" destId="{CF4ACF31-FCCA-4414-B397-373F5E0894A1}" srcOrd="5" destOrd="0" presId="urn:microsoft.com/office/officeart/2008/layout/LinedList"/>
    <dgm:cxn modelId="{0282C102-9A05-40E9-9EB1-4D811DF9A5A2}" type="presParOf" srcId="{CF4ACF31-FCCA-4414-B397-373F5E0894A1}" destId="{BAA90FC5-4330-4CE3-8673-4E763CA29B8A}" srcOrd="0" destOrd="0" presId="urn:microsoft.com/office/officeart/2008/layout/LinedList"/>
    <dgm:cxn modelId="{2472675F-0D52-43C2-BAE7-E69663A00F08}" type="presParOf" srcId="{CF4ACF31-FCCA-4414-B397-373F5E0894A1}" destId="{A630AA10-6A5E-41E0-A78F-9966E48299E1}" srcOrd="1" destOrd="0" presId="urn:microsoft.com/office/officeart/2008/layout/LinedList"/>
    <dgm:cxn modelId="{8C8577D7-0A0F-473A-8F03-059B0071DD23}" type="presParOf" srcId="{5D5340A5-A863-4CF5-ADA5-68754EC9DD3F}" destId="{B5AACE76-5904-472C-8AC6-FED98521D3B3}" srcOrd="6" destOrd="0" presId="urn:microsoft.com/office/officeart/2008/layout/LinedList"/>
    <dgm:cxn modelId="{6EE248F4-B75C-400F-934A-D22C9FA5FBB6}" type="presParOf" srcId="{5D5340A5-A863-4CF5-ADA5-68754EC9DD3F}" destId="{6E2BC9FE-0AD2-4CFC-90A5-9D74B5758117}" srcOrd="7" destOrd="0" presId="urn:microsoft.com/office/officeart/2008/layout/LinedList"/>
    <dgm:cxn modelId="{8BDA9D7B-A57F-4367-A6B9-D51510CCF5EC}" type="presParOf" srcId="{6E2BC9FE-0AD2-4CFC-90A5-9D74B5758117}" destId="{BA25BB69-6CEA-4934-8CC5-6316BC1AE29D}" srcOrd="0" destOrd="0" presId="urn:microsoft.com/office/officeart/2008/layout/LinedList"/>
    <dgm:cxn modelId="{15AA637F-A464-491F-AF8D-4716B545165C}" type="presParOf" srcId="{6E2BC9FE-0AD2-4CFC-90A5-9D74B5758117}" destId="{6099764A-6558-47E5-9892-58AC408AFA14}" srcOrd="1" destOrd="0" presId="urn:microsoft.com/office/officeart/2008/layout/LinedList"/>
    <dgm:cxn modelId="{0227011B-6215-4FEF-B72F-F8206C7DBFB5}" type="presParOf" srcId="{5D5340A5-A863-4CF5-ADA5-68754EC9DD3F}" destId="{695CEB88-BD8F-438B-96FA-5F75FAAD06FE}" srcOrd="8" destOrd="0" presId="urn:microsoft.com/office/officeart/2008/layout/LinedList"/>
    <dgm:cxn modelId="{5411A9E2-C7A9-4B76-BF77-2DBE43F3A93B}" type="presParOf" srcId="{5D5340A5-A863-4CF5-ADA5-68754EC9DD3F}" destId="{24BDAA6A-B8FF-49F4-BBC9-8D7685DE265B}" srcOrd="9" destOrd="0" presId="urn:microsoft.com/office/officeart/2008/layout/LinedList"/>
    <dgm:cxn modelId="{794741F6-112D-4C28-A674-93AFE7CC4F88}" type="presParOf" srcId="{24BDAA6A-B8FF-49F4-BBC9-8D7685DE265B}" destId="{C0CA4070-731A-4ABB-9A25-7547AFC1EFC8}" srcOrd="0" destOrd="0" presId="urn:microsoft.com/office/officeart/2008/layout/LinedList"/>
    <dgm:cxn modelId="{49F3D355-9F36-4F00-8B16-52B39752262C}" type="presParOf" srcId="{24BDAA6A-B8FF-49F4-BBC9-8D7685DE265B}" destId="{B6540969-2A67-4D03-80A7-E97BF0BC7C61}" srcOrd="1" destOrd="0" presId="urn:microsoft.com/office/officeart/2008/layout/LinedList"/>
    <dgm:cxn modelId="{ACAA2772-9B33-4350-B892-579E935D51F9}" type="presParOf" srcId="{5D5340A5-A863-4CF5-ADA5-68754EC9DD3F}" destId="{20584693-B816-48F0-88B0-AEBBC23EF33C}" srcOrd="10" destOrd="0" presId="urn:microsoft.com/office/officeart/2008/layout/LinedList"/>
    <dgm:cxn modelId="{CFBEE0ED-DC30-4938-A9E4-FE8FCA6805B9}" type="presParOf" srcId="{5D5340A5-A863-4CF5-ADA5-68754EC9DD3F}" destId="{3D67A41A-698F-4A7C-9677-B239EAC7F8D9}" srcOrd="11" destOrd="0" presId="urn:microsoft.com/office/officeart/2008/layout/LinedList"/>
    <dgm:cxn modelId="{A98974D6-C64F-4D59-A21B-5B13A81BBB1B}" type="presParOf" srcId="{3D67A41A-698F-4A7C-9677-B239EAC7F8D9}" destId="{60DFA962-A787-45EA-B8FA-7FCDFBE6B5F7}" srcOrd="0" destOrd="0" presId="urn:microsoft.com/office/officeart/2008/layout/LinedList"/>
    <dgm:cxn modelId="{1DFBF1A1-9A8B-40FB-B402-F51602803C05}" type="presParOf" srcId="{3D67A41A-698F-4A7C-9677-B239EAC7F8D9}" destId="{F74F8D1C-E346-4126-8E74-32E43E6BABFC}" srcOrd="1" destOrd="0" presId="urn:microsoft.com/office/officeart/2008/layout/LinedList"/>
    <dgm:cxn modelId="{1F65FE3F-4EBB-4447-BC1F-5D09CEAAB6C8}" type="presParOf" srcId="{5D5340A5-A863-4CF5-ADA5-68754EC9DD3F}" destId="{9085D2EC-3529-4095-8E78-9571DE1DE858}" srcOrd="12" destOrd="0" presId="urn:microsoft.com/office/officeart/2008/layout/LinedList"/>
    <dgm:cxn modelId="{18D82D31-FA89-42F2-B20C-024AC8BAD4E8}" type="presParOf" srcId="{5D5340A5-A863-4CF5-ADA5-68754EC9DD3F}" destId="{D16EDCE8-1A7E-4ED4-9AEF-C58017614FAE}" srcOrd="13" destOrd="0" presId="urn:microsoft.com/office/officeart/2008/layout/LinedList"/>
    <dgm:cxn modelId="{9A65382F-AF54-421C-8565-D2DFD0B2A3F8}" type="presParOf" srcId="{D16EDCE8-1A7E-4ED4-9AEF-C58017614FAE}" destId="{5BE3141A-F12F-47E6-A123-B5BC6375760D}" srcOrd="0" destOrd="0" presId="urn:microsoft.com/office/officeart/2008/layout/LinedList"/>
    <dgm:cxn modelId="{67C050EA-DE03-4442-8B7F-1D79F78D1FFA}" type="presParOf" srcId="{D16EDCE8-1A7E-4ED4-9AEF-C58017614FAE}" destId="{D9300C40-D89B-4179-8337-E228A0B30F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14FC97-8A47-4725-8356-FFA9A7D609C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B4BD93-100A-4E6E-9B92-5B99AB002AF2}">
      <dgm:prSet/>
      <dgm:spPr/>
      <dgm:t>
        <a:bodyPr/>
        <a:lstStyle/>
        <a:p>
          <a:r>
            <a:rPr lang="en-US"/>
            <a:t>Thinking Models: step-by-step reasoning</a:t>
          </a:r>
        </a:p>
      </dgm:t>
    </dgm:pt>
    <dgm:pt modelId="{F006111D-7CEF-49A3-A331-B259BBF6EDBC}" type="parTrans" cxnId="{B7E57E31-71E3-426C-B59D-367996B76094}">
      <dgm:prSet/>
      <dgm:spPr/>
      <dgm:t>
        <a:bodyPr/>
        <a:lstStyle/>
        <a:p>
          <a:endParaRPr lang="en-US"/>
        </a:p>
      </dgm:t>
    </dgm:pt>
    <dgm:pt modelId="{F7FB7873-6E64-4461-96AE-F41C1B7A8A2B}" type="sibTrans" cxnId="{B7E57E31-71E3-426C-B59D-367996B76094}">
      <dgm:prSet/>
      <dgm:spPr/>
      <dgm:t>
        <a:bodyPr/>
        <a:lstStyle/>
        <a:p>
          <a:endParaRPr lang="en-US"/>
        </a:p>
      </dgm:t>
    </dgm:pt>
    <dgm:pt modelId="{1CE3A8F5-1702-41D6-A630-70F6970E688E}">
      <dgm:prSet/>
      <dgm:spPr/>
      <dgm:t>
        <a:bodyPr/>
        <a:lstStyle/>
        <a:p>
          <a:r>
            <a:rPr lang="en-US"/>
            <a:t>Instruct Models: direct answers</a:t>
          </a:r>
        </a:p>
      </dgm:t>
    </dgm:pt>
    <dgm:pt modelId="{40C2F528-A49A-4C63-BB5D-E631103B7996}" type="parTrans" cxnId="{F9729718-E833-45B7-956C-329424B5FD23}">
      <dgm:prSet/>
      <dgm:spPr/>
      <dgm:t>
        <a:bodyPr/>
        <a:lstStyle/>
        <a:p>
          <a:endParaRPr lang="en-US"/>
        </a:p>
      </dgm:t>
    </dgm:pt>
    <dgm:pt modelId="{031AB5B7-E9D0-48FD-B951-7CE50B7206C1}" type="sibTrans" cxnId="{F9729718-E833-45B7-956C-329424B5FD23}">
      <dgm:prSet/>
      <dgm:spPr/>
      <dgm:t>
        <a:bodyPr/>
        <a:lstStyle/>
        <a:p>
          <a:endParaRPr lang="en-US"/>
        </a:p>
      </dgm:t>
    </dgm:pt>
    <dgm:pt modelId="{75A3B043-2E5D-4BFF-8BF3-AD0B25FB4619}">
      <dgm:prSet/>
      <dgm:spPr/>
      <dgm:t>
        <a:bodyPr/>
        <a:lstStyle/>
        <a:p>
          <a:r>
            <a:rPr lang="en-US"/>
            <a:t>Creating Model Functions</a:t>
          </a:r>
        </a:p>
      </dgm:t>
    </dgm:pt>
    <dgm:pt modelId="{E2FAD115-2124-4A6E-A2FC-65BA0F36000D}" type="parTrans" cxnId="{AD447CCD-4129-4F96-B4D2-9AC8511E176F}">
      <dgm:prSet/>
      <dgm:spPr/>
      <dgm:t>
        <a:bodyPr/>
        <a:lstStyle/>
        <a:p>
          <a:endParaRPr lang="en-US"/>
        </a:p>
      </dgm:t>
    </dgm:pt>
    <dgm:pt modelId="{7B54499F-9EC7-46A6-A71A-E4494FB2A890}" type="sibTrans" cxnId="{AD447CCD-4129-4F96-B4D2-9AC8511E176F}">
      <dgm:prSet/>
      <dgm:spPr/>
      <dgm:t>
        <a:bodyPr/>
        <a:lstStyle/>
        <a:p>
          <a:endParaRPr lang="en-US"/>
        </a:p>
      </dgm:t>
    </dgm:pt>
    <dgm:pt modelId="{40462D2D-1110-435A-A6F6-170D513BA435}">
      <dgm:prSet/>
      <dgm:spPr/>
      <dgm:t>
        <a:bodyPr/>
        <a:lstStyle/>
        <a:p>
          <a:r>
            <a:rPr lang="en-US"/>
            <a:t>Here we are performing</a:t>
          </a:r>
        </a:p>
      </dgm:t>
    </dgm:pt>
    <dgm:pt modelId="{997AE206-BA52-41FB-9B20-8A7B4DF1A88D}" type="parTrans" cxnId="{DC79AD77-4E65-44C8-AE83-ABCCA52D0D77}">
      <dgm:prSet/>
      <dgm:spPr/>
      <dgm:t>
        <a:bodyPr/>
        <a:lstStyle/>
        <a:p>
          <a:endParaRPr lang="en-US"/>
        </a:p>
      </dgm:t>
    </dgm:pt>
    <dgm:pt modelId="{0D56073A-2CA4-40F9-B1C0-37CBE7BB6DC7}" type="sibTrans" cxnId="{DC79AD77-4E65-44C8-AE83-ABCCA52D0D77}">
      <dgm:prSet/>
      <dgm:spPr/>
      <dgm:t>
        <a:bodyPr/>
        <a:lstStyle/>
        <a:p>
          <a:endParaRPr lang="en-US"/>
        </a:p>
      </dgm:t>
    </dgm:pt>
    <dgm:pt modelId="{7A5AF712-FF9F-4373-A0ED-F01589AAC9A5}">
      <dgm:prSet/>
      <dgm:spPr/>
      <dgm:t>
        <a:bodyPr/>
        <a:lstStyle/>
        <a:p>
          <a:r>
            <a:rPr lang="en-US"/>
            <a:t>1. Start timer</a:t>
          </a:r>
        </a:p>
      </dgm:t>
    </dgm:pt>
    <dgm:pt modelId="{D058CB16-D735-4E34-8153-F52520040ADD}" type="parTrans" cxnId="{69C6F898-B6C5-4FEE-8261-84E14EEBFC86}">
      <dgm:prSet/>
      <dgm:spPr/>
      <dgm:t>
        <a:bodyPr/>
        <a:lstStyle/>
        <a:p>
          <a:endParaRPr lang="en-US"/>
        </a:p>
      </dgm:t>
    </dgm:pt>
    <dgm:pt modelId="{706E9A25-FC33-4812-AD13-6DD464247B6B}" type="sibTrans" cxnId="{69C6F898-B6C5-4FEE-8261-84E14EEBFC86}">
      <dgm:prSet/>
      <dgm:spPr/>
      <dgm:t>
        <a:bodyPr/>
        <a:lstStyle/>
        <a:p>
          <a:endParaRPr lang="en-US"/>
        </a:p>
      </dgm:t>
    </dgm:pt>
    <dgm:pt modelId="{4A59C9DA-30AF-4742-8E29-8DE34D5620F9}">
      <dgm:prSet/>
      <dgm:spPr/>
      <dgm:t>
        <a:bodyPr/>
        <a:lstStyle/>
        <a:p>
          <a:r>
            <a:rPr lang="en-US"/>
            <a:t>2. Send request to model</a:t>
          </a:r>
        </a:p>
      </dgm:t>
    </dgm:pt>
    <dgm:pt modelId="{FC677421-FF21-4107-BF5A-6621F3C4BE6E}" type="parTrans" cxnId="{A20F0718-9167-4D26-B0FF-0B6861F3BD08}">
      <dgm:prSet/>
      <dgm:spPr/>
      <dgm:t>
        <a:bodyPr/>
        <a:lstStyle/>
        <a:p>
          <a:endParaRPr lang="en-US"/>
        </a:p>
      </dgm:t>
    </dgm:pt>
    <dgm:pt modelId="{DE8F98DB-956D-4F7E-A278-C664B9CC3D71}" type="sibTrans" cxnId="{A20F0718-9167-4D26-B0FF-0B6861F3BD08}">
      <dgm:prSet/>
      <dgm:spPr/>
      <dgm:t>
        <a:bodyPr/>
        <a:lstStyle/>
        <a:p>
          <a:endParaRPr lang="en-US"/>
        </a:p>
      </dgm:t>
    </dgm:pt>
    <dgm:pt modelId="{2A61B313-6D71-4316-BAEE-AE6B77EF73CC}">
      <dgm:prSet/>
      <dgm:spPr/>
      <dgm:t>
        <a:bodyPr/>
        <a:lstStyle/>
        <a:p>
          <a:r>
            <a:rPr lang="en-US"/>
            <a:t>3. Get response</a:t>
          </a:r>
        </a:p>
      </dgm:t>
    </dgm:pt>
    <dgm:pt modelId="{D24A1CAB-B70C-4F3F-AA1B-F6C1D8D4E5AF}" type="parTrans" cxnId="{A9B486A7-67B6-4243-ADD5-45449B97E600}">
      <dgm:prSet/>
      <dgm:spPr/>
      <dgm:t>
        <a:bodyPr/>
        <a:lstStyle/>
        <a:p>
          <a:endParaRPr lang="en-US"/>
        </a:p>
      </dgm:t>
    </dgm:pt>
    <dgm:pt modelId="{2D17EB05-462F-4C15-9ABA-A77A423C74E3}" type="sibTrans" cxnId="{A9B486A7-67B6-4243-ADD5-45449B97E600}">
      <dgm:prSet/>
      <dgm:spPr/>
      <dgm:t>
        <a:bodyPr/>
        <a:lstStyle/>
        <a:p>
          <a:endParaRPr lang="en-US"/>
        </a:p>
      </dgm:t>
    </dgm:pt>
    <dgm:pt modelId="{A0DDF677-8EB7-4C48-A1D4-51B39FE50CEC}">
      <dgm:prSet/>
      <dgm:spPr/>
      <dgm:t>
        <a:bodyPr/>
        <a:lstStyle/>
        <a:p>
          <a:r>
            <a:rPr lang="en-US"/>
            <a:t>4. Calculate time</a:t>
          </a:r>
        </a:p>
      </dgm:t>
    </dgm:pt>
    <dgm:pt modelId="{5270FFE9-0DAA-4B9D-8B64-CAD7347694C2}" type="parTrans" cxnId="{6027AFBB-A0F4-44FC-B392-3FDF67ACCDDA}">
      <dgm:prSet/>
      <dgm:spPr/>
      <dgm:t>
        <a:bodyPr/>
        <a:lstStyle/>
        <a:p>
          <a:endParaRPr lang="en-US"/>
        </a:p>
      </dgm:t>
    </dgm:pt>
    <dgm:pt modelId="{6DA0E8B8-C9FE-4B6B-BC17-A9939C3EEC1D}" type="sibTrans" cxnId="{6027AFBB-A0F4-44FC-B392-3FDF67ACCDDA}">
      <dgm:prSet/>
      <dgm:spPr/>
      <dgm:t>
        <a:bodyPr/>
        <a:lstStyle/>
        <a:p>
          <a:endParaRPr lang="en-US"/>
        </a:p>
      </dgm:t>
    </dgm:pt>
    <dgm:pt modelId="{55B05CDE-018B-4CF7-A81B-730C531B7219}">
      <dgm:prSet/>
      <dgm:spPr/>
      <dgm:t>
        <a:bodyPr/>
        <a:lstStyle/>
        <a:p>
          <a:r>
            <a:rPr lang="en-US"/>
            <a:t>Return:</a:t>
          </a:r>
        </a:p>
      </dgm:t>
    </dgm:pt>
    <dgm:pt modelId="{37F455DB-1554-41F8-8331-ACBD65C74C58}" type="parTrans" cxnId="{DB5F4304-FEF1-4714-ADCA-C24E167C344B}">
      <dgm:prSet/>
      <dgm:spPr/>
      <dgm:t>
        <a:bodyPr/>
        <a:lstStyle/>
        <a:p>
          <a:endParaRPr lang="en-US"/>
        </a:p>
      </dgm:t>
    </dgm:pt>
    <dgm:pt modelId="{177273DE-3B33-497A-8E25-3E44D5D15573}" type="sibTrans" cxnId="{DB5F4304-FEF1-4714-ADCA-C24E167C344B}">
      <dgm:prSet/>
      <dgm:spPr/>
      <dgm:t>
        <a:bodyPr/>
        <a:lstStyle/>
        <a:p>
          <a:endParaRPr lang="en-US"/>
        </a:p>
      </dgm:t>
    </dgm:pt>
    <dgm:pt modelId="{7CBFB377-7E87-494F-81D6-6935DF2DCE9A}">
      <dgm:prSet/>
      <dgm:spPr/>
      <dgm:t>
        <a:bodyPr/>
        <a:lstStyle/>
        <a:p>
          <a:r>
            <a:rPr lang="en-US"/>
            <a:t>i. Answer</a:t>
          </a:r>
        </a:p>
      </dgm:t>
    </dgm:pt>
    <dgm:pt modelId="{F4DDD71B-CA83-43BD-AF40-BA122762F3A6}" type="parTrans" cxnId="{E881AF76-F871-49D3-89D9-0AFBE5A345C3}">
      <dgm:prSet/>
      <dgm:spPr/>
      <dgm:t>
        <a:bodyPr/>
        <a:lstStyle/>
        <a:p>
          <a:endParaRPr lang="en-US"/>
        </a:p>
      </dgm:t>
    </dgm:pt>
    <dgm:pt modelId="{07FD579D-C1BD-4406-8FD0-D030FAFAD6C7}" type="sibTrans" cxnId="{E881AF76-F871-49D3-89D9-0AFBE5A345C3}">
      <dgm:prSet/>
      <dgm:spPr/>
      <dgm:t>
        <a:bodyPr/>
        <a:lstStyle/>
        <a:p>
          <a:endParaRPr lang="en-US"/>
        </a:p>
      </dgm:t>
    </dgm:pt>
    <dgm:pt modelId="{E56311C1-9D17-46AF-9362-F425D1A8D83C}">
      <dgm:prSet/>
      <dgm:spPr/>
      <dgm:t>
        <a:bodyPr/>
        <a:lstStyle/>
        <a:p>
          <a:r>
            <a:rPr lang="en-US"/>
            <a:t>ii. Time Taken</a:t>
          </a:r>
        </a:p>
      </dgm:t>
    </dgm:pt>
    <dgm:pt modelId="{87CA2AEA-1DC3-47DB-AB15-063016876071}" type="parTrans" cxnId="{566FA9F0-FD0E-4AB1-B05D-562888B418A1}">
      <dgm:prSet/>
      <dgm:spPr/>
      <dgm:t>
        <a:bodyPr/>
        <a:lstStyle/>
        <a:p>
          <a:endParaRPr lang="en-US"/>
        </a:p>
      </dgm:t>
    </dgm:pt>
    <dgm:pt modelId="{6F2C8345-343C-476C-B89E-F0F27E6A1F2D}" type="sibTrans" cxnId="{566FA9F0-FD0E-4AB1-B05D-562888B418A1}">
      <dgm:prSet/>
      <dgm:spPr/>
      <dgm:t>
        <a:bodyPr/>
        <a:lstStyle/>
        <a:p>
          <a:endParaRPr lang="en-US"/>
        </a:p>
      </dgm:t>
    </dgm:pt>
    <dgm:pt modelId="{5F410536-794E-4B2F-83ED-49C084D4DA84}" type="pres">
      <dgm:prSet presAssocID="{EE14FC97-8A47-4725-8356-FFA9A7D609C0}" presName="linear" presStyleCnt="0">
        <dgm:presLayoutVars>
          <dgm:animLvl val="lvl"/>
          <dgm:resizeHandles val="exact"/>
        </dgm:presLayoutVars>
      </dgm:prSet>
      <dgm:spPr/>
    </dgm:pt>
    <dgm:pt modelId="{0B08901A-0228-4048-9448-0D4C917F38C0}" type="pres">
      <dgm:prSet presAssocID="{AEB4BD93-100A-4E6E-9B92-5B99AB002AF2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301D0B84-CAC4-4443-BFF7-C6AE9AA6126C}" type="pres">
      <dgm:prSet presAssocID="{F7FB7873-6E64-4461-96AE-F41C1B7A8A2B}" presName="spacer" presStyleCnt="0"/>
      <dgm:spPr/>
    </dgm:pt>
    <dgm:pt modelId="{4FCC5C51-8438-4C9F-BBCC-248C49B4C702}" type="pres">
      <dgm:prSet presAssocID="{1CE3A8F5-1702-41D6-A630-70F6970E688E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50C3FF24-83F1-4694-BB20-A64B56C38E4D}" type="pres">
      <dgm:prSet presAssocID="{031AB5B7-E9D0-48FD-B951-7CE50B7206C1}" presName="spacer" presStyleCnt="0"/>
      <dgm:spPr/>
    </dgm:pt>
    <dgm:pt modelId="{7CA92857-00E7-448B-861D-EDB109469604}" type="pres">
      <dgm:prSet presAssocID="{75A3B043-2E5D-4BFF-8BF3-AD0B25FB4619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15E629D4-59CF-4281-8FAA-37C5C0E6E1FD}" type="pres">
      <dgm:prSet presAssocID="{7B54499F-9EC7-46A6-A71A-E4494FB2A890}" presName="spacer" presStyleCnt="0"/>
      <dgm:spPr/>
    </dgm:pt>
    <dgm:pt modelId="{E22121A4-A68C-432F-A604-84B7F55D9094}" type="pres">
      <dgm:prSet presAssocID="{40462D2D-1110-435A-A6F6-170D513BA435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AB865A1E-6A0D-4F60-8F17-A5D45A85D3F2}" type="pres">
      <dgm:prSet presAssocID="{0D56073A-2CA4-40F9-B1C0-37CBE7BB6DC7}" presName="spacer" presStyleCnt="0"/>
      <dgm:spPr/>
    </dgm:pt>
    <dgm:pt modelId="{440F0597-6227-4399-BA80-DC112E0AE979}" type="pres">
      <dgm:prSet presAssocID="{7A5AF712-FF9F-4373-A0ED-F01589AAC9A5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05E21D9C-AE51-4668-9092-C70DD4D5FE4E}" type="pres">
      <dgm:prSet presAssocID="{706E9A25-FC33-4812-AD13-6DD464247B6B}" presName="spacer" presStyleCnt="0"/>
      <dgm:spPr/>
    </dgm:pt>
    <dgm:pt modelId="{348DD449-53DD-44FF-89A8-515531AED019}" type="pres">
      <dgm:prSet presAssocID="{4A59C9DA-30AF-4742-8E29-8DE34D5620F9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D8CA164E-5555-4515-B210-B209A6BE3CFA}" type="pres">
      <dgm:prSet presAssocID="{DE8F98DB-956D-4F7E-A278-C664B9CC3D71}" presName="spacer" presStyleCnt="0"/>
      <dgm:spPr/>
    </dgm:pt>
    <dgm:pt modelId="{994B8C15-31FE-4EAE-8F60-4A70D104404E}" type="pres">
      <dgm:prSet presAssocID="{2A61B313-6D71-4316-BAEE-AE6B77EF73CC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CD3712EA-0A02-4876-A4C0-FE35B740FEA8}" type="pres">
      <dgm:prSet presAssocID="{2D17EB05-462F-4C15-9ABA-A77A423C74E3}" presName="spacer" presStyleCnt="0"/>
      <dgm:spPr/>
    </dgm:pt>
    <dgm:pt modelId="{B5CD2447-FE0E-4FC1-8D62-ED505E61408D}" type="pres">
      <dgm:prSet presAssocID="{A0DDF677-8EB7-4C48-A1D4-51B39FE50CEC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7DD9D10F-3283-411B-80E7-20CC83FCFECA}" type="pres">
      <dgm:prSet presAssocID="{6DA0E8B8-C9FE-4B6B-BC17-A9939C3EEC1D}" presName="spacer" presStyleCnt="0"/>
      <dgm:spPr/>
    </dgm:pt>
    <dgm:pt modelId="{CF9F3310-34CC-4018-B0DF-5EC613743F7B}" type="pres">
      <dgm:prSet presAssocID="{55B05CDE-018B-4CF7-A81B-730C531B7219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8171EC4E-DF84-46D0-AC94-64347455E3DC}" type="pres">
      <dgm:prSet presAssocID="{177273DE-3B33-497A-8E25-3E44D5D15573}" presName="spacer" presStyleCnt="0"/>
      <dgm:spPr/>
    </dgm:pt>
    <dgm:pt modelId="{BE6A76CE-917A-4D58-8328-6254B0C4326F}" type="pres">
      <dgm:prSet presAssocID="{7CBFB377-7E87-494F-81D6-6935DF2DCE9A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6E37AAD0-FFA8-4CC7-B8BB-08B51F763803}" type="pres">
      <dgm:prSet presAssocID="{07FD579D-C1BD-4406-8FD0-D030FAFAD6C7}" presName="spacer" presStyleCnt="0"/>
      <dgm:spPr/>
    </dgm:pt>
    <dgm:pt modelId="{C9C42C73-D7A4-426D-B799-4F6926F44112}" type="pres">
      <dgm:prSet presAssocID="{E56311C1-9D17-46AF-9362-F425D1A8D83C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DB5F4304-FEF1-4714-ADCA-C24E167C344B}" srcId="{EE14FC97-8A47-4725-8356-FFA9A7D609C0}" destId="{55B05CDE-018B-4CF7-A81B-730C531B7219}" srcOrd="8" destOrd="0" parTransId="{37F455DB-1554-41F8-8331-ACBD65C74C58}" sibTransId="{177273DE-3B33-497A-8E25-3E44D5D15573}"/>
    <dgm:cxn modelId="{FC883409-6319-4555-931D-5573D8066C55}" type="presOf" srcId="{2A61B313-6D71-4316-BAEE-AE6B77EF73CC}" destId="{994B8C15-31FE-4EAE-8F60-4A70D104404E}" srcOrd="0" destOrd="0" presId="urn:microsoft.com/office/officeart/2005/8/layout/vList2"/>
    <dgm:cxn modelId="{A20F0718-9167-4D26-B0FF-0B6861F3BD08}" srcId="{EE14FC97-8A47-4725-8356-FFA9A7D609C0}" destId="{4A59C9DA-30AF-4742-8E29-8DE34D5620F9}" srcOrd="5" destOrd="0" parTransId="{FC677421-FF21-4107-BF5A-6621F3C4BE6E}" sibTransId="{DE8F98DB-956D-4F7E-A278-C664B9CC3D71}"/>
    <dgm:cxn modelId="{F9729718-E833-45B7-956C-329424B5FD23}" srcId="{EE14FC97-8A47-4725-8356-FFA9A7D609C0}" destId="{1CE3A8F5-1702-41D6-A630-70F6970E688E}" srcOrd="1" destOrd="0" parTransId="{40C2F528-A49A-4C63-BB5D-E631103B7996}" sibTransId="{031AB5B7-E9D0-48FD-B951-7CE50B7206C1}"/>
    <dgm:cxn modelId="{CED9362D-0753-4EAC-BE7C-B5776B641851}" type="presOf" srcId="{4A59C9DA-30AF-4742-8E29-8DE34D5620F9}" destId="{348DD449-53DD-44FF-89A8-515531AED019}" srcOrd="0" destOrd="0" presId="urn:microsoft.com/office/officeart/2005/8/layout/vList2"/>
    <dgm:cxn modelId="{B7E57E31-71E3-426C-B59D-367996B76094}" srcId="{EE14FC97-8A47-4725-8356-FFA9A7D609C0}" destId="{AEB4BD93-100A-4E6E-9B92-5B99AB002AF2}" srcOrd="0" destOrd="0" parTransId="{F006111D-7CEF-49A3-A331-B259BBF6EDBC}" sibTransId="{F7FB7873-6E64-4461-96AE-F41C1B7A8A2B}"/>
    <dgm:cxn modelId="{7836D769-6D65-471A-A4EA-FDC52E5DC233}" type="presOf" srcId="{EE14FC97-8A47-4725-8356-FFA9A7D609C0}" destId="{5F410536-794E-4B2F-83ED-49C084D4DA84}" srcOrd="0" destOrd="0" presId="urn:microsoft.com/office/officeart/2005/8/layout/vList2"/>
    <dgm:cxn modelId="{0E567051-6A82-43C6-8E66-A8E48D5DB473}" type="presOf" srcId="{AEB4BD93-100A-4E6E-9B92-5B99AB002AF2}" destId="{0B08901A-0228-4048-9448-0D4C917F38C0}" srcOrd="0" destOrd="0" presId="urn:microsoft.com/office/officeart/2005/8/layout/vList2"/>
    <dgm:cxn modelId="{E881AF76-F871-49D3-89D9-0AFBE5A345C3}" srcId="{EE14FC97-8A47-4725-8356-FFA9A7D609C0}" destId="{7CBFB377-7E87-494F-81D6-6935DF2DCE9A}" srcOrd="9" destOrd="0" parTransId="{F4DDD71B-CA83-43BD-AF40-BA122762F3A6}" sibTransId="{07FD579D-C1BD-4406-8FD0-D030FAFAD6C7}"/>
    <dgm:cxn modelId="{DC79AD77-4E65-44C8-AE83-ABCCA52D0D77}" srcId="{EE14FC97-8A47-4725-8356-FFA9A7D609C0}" destId="{40462D2D-1110-435A-A6F6-170D513BA435}" srcOrd="3" destOrd="0" parTransId="{997AE206-BA52-41FB-9B20-8A7B4DF1A88D}" sibTransId="{0D56073A-2CA4-40F9-B1C0-37CBE7BB6DC7}"/>
    <dgm:cxn modelId="{6B3F5E87-8F6A-4C29-82C4-21ED73D399B0}" type="presOf" srcId="{7A5AF712-FF9F-4373-A0ED-F01589AAC9A5}" destId="{440F0597-6227-4399-BA80-DC112E0AE979}" srcOrd="0" destOrd="0" presId="urn:microsoft.com/office/officeart/2005/8/layout/vList2"/>
    <dgm:cxn modelId="{2162C188-2E14-4C9F-8E06-7D2D4370BCAE}" type="presOf" srcId="{1CE3A8F5-1702-41D6-A630-70F6970E688E}" destId="{4FCC5C51-8438-4C9F-BBCC-248C49B4C702}" srcOrd="0" destOrd="0" presId="urn:microsoft.com/office/officeart/2005/8/layout/vList2"/>
    <dgm:cxn modelId="{69C6F898-B6C5-4FEE-8261-84E14EEBFC86}" srcId="{EE14FC97-8A47-4725-8356-FFA9A7D609C0}" destId="{7A5AF712-FF9F-4373-A0ED-F01589AAC9A5}" srcOrd="4" destOrd="0" parTransId="{D058CB16-D735-4E34-8153-F52520040ADD}" sibTransId="{706E9A25-FC33-4812-AD13-6DD464247B6B}"/>
    <dgm:cxn modelId="{A9B486A7-67B6-4243-ADD5-45449B97E600}" srcId="{EE14FC97-8A47-4725-8356-FFA9A7D609C0}" destId="{2A61B313-6D71-4316-BAEE-AE6B77EF73CC}" srcOrd="6" destOrd="0" parTransId="{D24A1CAB-B70C-4F3F-AA1B-F6C1D8D4E5AF}" sibTransId="{2D17EB05-462F-4C15-9ABA-A77A423C74E3}"/>
    <dgm:cxn modelId="{657C63AB-001F-4924-8093-8D566211B6BC}" type="presOf" srcId="{E56311C1-9D17-46AF-9362-F425D1A8D83C}" destId="{C9C42C73-D7A4-426D-B799-4F6926F44112}" srcOrd="0" destOrd="0" presId="urn:microsoft.com/office/officeart/2005/8/layout/vList2"/>
    <dgm:cxn modelId="{6027AFBB-A0F4-44FC-B392-3FDF67ACCDDA}" srcId="{EE14FC97-8A47-4725-8356-FFA9A7D609C0}" destId="{A0DDF677-8EB7-4C48-A1D4-51B39FE50CEC}" srcOrd="7" destOrd="0" parTransId="{5270FFE9-0DAA-4B9D-8B64-CAD7347694C2}" sibTransId="{6DA0E8B8-C9FE-4B6B-BC17-A9939C3EEC1D}"/>
    <dgm:cxn modelId="{CE60AEC2-516B-49EF-8A78-6BEB7617D9D1}" type="presOf" srcId="{7CBFB377-7E87-494F-81D6-6935DF2DCE9A}" destId="{BE6A76CE-917A-4D58-8328-6254B0C4326F}" srcOrd="0" destOrd="0" presId="urn:microsoft.com/office/officeart/2005/8/layout/vList2"/>
    <dgm:cxn modelId="{435DBBC7-1AC2-457D-99C5-C41F8A653D26}" type="presOf" srcId="{40462D2D-1110-435A-A6F6-170D513BA435}" destId="{E22121A4-A68C-432F-A604-84B7F55D9094}" srcOrd="0" destOrd="0" presId="urn:microsoft.com/office/officeart/2005/8/layout/vList2"/>
    <dgm:cxn modelId="{AD447CCD-4129-4F96-B4D2-9AC8511E176F}" srcId="{EE14FC97-8A47-4725-8356-FFA9A7D609C0}" destId="{75A3B043-2E5D-4BFF-8BF3-AD0B25FB4619}" srcOrd="2" destOrd="0" parTransId="{E2FAD115-2124-4A6E-A2FC-65BA0F36000D}" sibTransId="{7B54499F-9EC7-46A6-A71A-E4494FB2A890}"/>
    <dgm:cxn modelId="{DD3B8ED5-3045-447F-AA63-E0C0F09D74D9}" type="presOf" srcId="{55B05CDE-018B-4CF7-A81B-730C531B7219}" destId="{CF9F3310-34CC-4018-B0DF-5EC613743F7B}" srcOrd="0" destOrd="0" presId="urn:microsoft.com/office/officeart/2005/8/layout/vList2"/>
    <dgm:cxn modelId="{0FFE53E7-39A9-4392-B96F-3F67E57E0535}" type="presOf" srcId="{A0DDF677-8EB7-4C48-A1D4-51B39FE50CEC}" destId="{B5CD2447-FE0E-4FC1-8D62-ED505E61408D}" srcOrd="0" destOrd="0" presId="urn:microsoft.com/office/officeart/2005/8/layout/vList2"/>
    <dgm:cxn modelId="{566FA9F0-FD0E-4AB1-B05D-562888B418A1}" srcId="{EE14FC97-8A47-4725-8356-FFA9A7D609C0}" destId="{E56311C1-9D17-46AF-9362-F425D1A8D83C}" srcOrd="10" destOrd="0" parTransId="{87CA2AEA-1DC3-47DB-AB15-063016876071}" sibTransId="{6F2C8345-343C-476C-B89E-F0F27E6A1F2D}"/>
    <dgm:cxn modelId="{E2993AFC-437D-4E35-A776-13A620055940}" type="presOf" srcId="{75A3B043-2E5D-4BFF-8BF3-AD0B25FB4619}" destId="{7CA92857-00E7-448B-861D-EDB109469604}" srcOrd="0" destOrd="0" presId="urn:microsoft.com/office/officeart/2005/8/layout/vList2"/>
    <dgm:cxn modelId="{2E66826B-3D48-4267-A92F-59DC0F335D07}" type="presParOf" srcId="{5F410536-794E-4B2F-83ED-49C084D4DA84}" destId="{0B08901A-0228-4048-9448-0D4C917F38C0}" srcOrd="0" destOrd="0" presId="urn:microsoft.com/office/officeart/2005/8/layout/vList2"/>
    <dgm:cxn modelId="{B64780DC-120A-418F-9617-633183233780}" type="presParOf" srcId="{5F410536-794E-4B2F-83ED-49C084D4DA84}" destId="{301D0B84-CAC4-4443-BFF7-C6AE9AA6126C}" srcOrd="1" destOrd="0" presId="urn:microsoft.com/office/officeart/2005/8/layout/vList2"/>
    <dgm:cxn modelId="{55960902-E6EC-4F38-A0DA-5E7E14D8EE04}" type="presParOf" srcId="{5F410536-794E-4B2F-83ED-49C084D4DA84}" destId="{4FCC5C51-8438-4C9F-BBCC-248C49B4C702}" srcOrd="2" destOrd="0" presId="urn:microsoft.com/office/officeart/2005/8/layout/vList2"/>
    <dgm:cxn modelId="{27DDE284-027B-41EB-A789-080AC44A6F30}" type="presParOf" srcId="{5F410536-794E-4B2F-83ED-49C084D4DA84}" destId="{50C3FF24-83F1-4694-BB20-A64B56C38E4D}" srcOrd="3" destOrd="0" presId="urn:microsoft.com/office/officeart/2005/8/layout/vList2"/>
    <dgm:cxn modelId="{E7C11955-AC39-4D92-B0AC-668B38B52D2D}" type="presParOf" srcId="{5F410536-794E-4B2F-83ED-49C084D4DA84}" destId="{7CA92857-00E7-448B-861D-EDB109469604}" srcOrd="4" destOrd="0" presId="urn:microsoft.com/office/officeart/2005/8/layout/vList2"/>
    <dgm:cxn modelId="{6AB5A76E-8977-475C-BBC6-7E349C50BDF1}" type="presParOf" srcId="{5F410536-794E-4B2F-83ED-49C084D4DA84}" destId="{15E629D4-59CF-4281-8FAA-37C5C0E6E1FD}" srcOrd="5" destOrd="0" presId="urn:microsoft.com/office/officeart/2005/8/layout/vList2"/>
    <dgm:cxn modelId="{561C011F-5D9A-4854-A634-E70EC8C850A6}" type="presParOf" srcId="{5F410536-794E-4B2F-83ED-49C084D4DA84}" destId="{E22121A4-A68C-432F-A604-84B7F55D9094}" srcOrd="6" destOrd="0" presId="urn:microsoft.com/office/officeart/2005/8/layout/vList2"/>
    <dgm:cxn modelId="{DA215E89-1792-424E-979E-CE3BEA03EA0B}" type="presParOf" srcId="{5F410536-794E-4B2F-83ED-49C084D4DA84}" destId="{AB865A1E-6A0D-4F60-8F17-A5D45A85D3F2}" srcOrd="7" destOrd="0" presId="urn:microsoft.com/office/officeart/2005/8/layout/vList2"/>
    <dgm:cxn modelId="{E1C4424B-A89E-4959-A541-AC5271B7BEAD}" type="presParOf" srcId="{5F410536-794E-4B2F-83ED-49C084D4DA84}" destId="{440F0597-6227-4399-BA80-DC112E0AE979}" srcOrd="8" destOrd="0" presId="urn:microsoft.com/office/officeart/2005/8/layout/vList2"/>
    <dgm:cxn modelId="{5094CB28-54D0-4CBF-BA48-D574E42A2920}" type="presParOf" srcId="{5F410536-794E-4B2F-83ED-49C084D4DA84}" destId="{05E21D9C-AE51-4668-9092-C70DD4D5FE4E}" srcOrd="9" destOrd="0" presId="urn:microsoft.com/office/officeart/2005/8/layout/vList2"/>
    <dgm:cxn modelId="{49752BBD-4717-40E3-B7E0-CE387AB1A11B}" type="presParOf" srcId="{5F410536-794E-4B2F-83ED-49C084D4DA84}" destId="{348DD449-53DD-44FF-89A8-515531AED019}" srcOrd="10" destOrd="0" presId="urn:microsoft.com/office/officeart/2005/8/layout/vList2"/>
    <dgm:cxn modelId="{9D150E0E-4D8E-4B13-91C2-EF7214D08DB2}" type="presParOf" srcId="{5F410536-794E-4B2F-83ED-49C084D4DA84}" destId="{D8CA164E-5555-4515-B210-B209A6BE3CFA}" srcOrd="11" destOrd="0" presId="urn:microsoft.com/office/officeart/2005/8/layout/vList2"/>
    <dgm:cxn modelId="{FB7298F6-E0D2-4346-9171-C28C38EADA6E}" type="presParOf" srcId="{5F410536-794E-4B2F-83ED-49C084D4DA84}" destId="{994B8C15-31FE-4EAE-8F60-4A70D104404E}" srcOrd="12" destOrd="0" presId="urn:microsoft.com/office/officeart/2005/8/layout/vList2"/>
    <dgm:cxn modelId="{4F961188-B72B-4E57-9911-BF4B53B1E012}" type="presParOf" srcId="{5F410536-794E-4B2F-83ED-49C084D4DA84}" destId="{CD3712EA-0A02-4876-A4C0-FE35B740FEA8}" srcOrd="13" destOrd="0" presId="urn:microsoft.com/office/officeart/2005/8/layout/vList2"/>
    <dgm:cxn modelId="{FAB4C9EA-52F7-4234-89E1-18E4C1C353F1}" type="presParOf" srcId="{5F410536-794E-4B2F-83ED-49C084D4DA84}" destId="{B5CD2447-FE0E-4FC1-8D62-ED505E61408D}" srcOrd="14" destOrd="0" presId="urn:microsoft.com/office/officeart/2005/8/layout/vList2"/>
    <dgm:cxn modelId="{06EB8B71-BD49-4BE1-8861-FD4CD8F882C6}" type="presParOf" srcId="{5F410536-794E-4B2F-83ED-49C084D4DA84}" destId="{7DD9D10F-3283-411B-80E7-20CC83FCFECA}" srcOrd="15" destOrd="0" presId="urn:microsoft.com/office/officeart/2005/8/layout/vList2"/>
    <dgm:cxn modelId="{71080537-EA77-415A-8E15-602ECEBF86F3}" type="presParOf" srcId="{5F410536-794E-4B2F-83ED-49C084D4DA84}" destId="{CF9F3310-34CC-4018-B0DF-5EC613743F7B}" srcOrd="16" destOrd="0" presId="urn:microsoft.com/office/officeart/2005/8/layout/vList2"/>
    <dgm:cxn modelId="{E9882C97-B1F8-4B1C-8AD5-8D817641F50D}" type="presParOf" srcId="{5F410536-794E-4B2F-83ED-49C084D4DA84}" destId="{8171EC4E-DF84-46D0-AC94-64347455E3DC}" srcOrd="17" destOrd="0" presId="urn:microsoft.com/office/officeart/2005/8/layout/vList2"/>
    <dgm:cxn modelId="{199D7A3A-6C72-4192-8A6B-BCB4BEA503B2}" type="presParOf" srcId="{5F410536-794E-4B2F-83ED-49C084D4DA84}" destId="{BE6A76CE-917A-4D58-8328-6254B0C4326F}" srcOrd="18" destOrd="0" presId="urn:microsoft.com/office/officeart/2005/8/layout/vList2"/>
    <dgm:cxn modelId="{C468D25C-7B3E-4336-A8BF-9D607D712D91}" type="presParOf" srcId="{5F410536-794E-4B2F-83ED-49C084D4DA84}" destId="{6E37AAD0-FFA8-4CC7-B8BB-08B51F763803}" srcOrd="19" destOrd="0" presId="urn:microsoft.com/office/officeart/2005/8/layout/vList2"/>
    <dgm:cxn modelId="{275A4FBA-6AD4-443A-AF51-62E584031D4F}" type="presParOf" srcId="{5F410536-794E-4B2F-83ED-49C084D4DA84}" destId="{C9C42C73-D7A4-426D-B799-4F6926F44112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D88918-8A55-4D5E-A106-046871621FD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8FC66E-D3C2-4C09-99BA-B8DCC3572B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Compare accuracy, reasoning, and response speed.</a:t>
          </a:r>
        </a:p>
      </dgm:t>
    </dgm:pt>
    <dgm:pt modelId="{6FF239AC-3FA9-45A7-95CD-484315C40559}" type="parTrans" cxnId="{B4551BF6-D21C-42F7-BDAF-0AFFD96EF073}">
      <dgm:prSet/>
      <dgm:spPr/>
      <dgm:t>
        <a:bodyPr/>
        <a:lstStyle/>
        <a:p>
          <a:endParaRPr lang="en-US"/>
        </a:p>
      </dgm:t>
    </dgm:pt>
    <dgm:pt modelId="{DDAF3A68-6B33-4431-8517-61568AD882BD}" type="sibTrans" cxnId="{B4551BF6-D21C-42F7-BDAF-0AFFD96EF073}">
      <dgm:prSet/>
      <dgm:spPr/>
      <dgm:t>
        <a:bodyPr/>
        <a:lstStyle/>
        <a:p>
          <a:endParaRPr lang="en-US"/>
        </a:p>
      </dgm:t>
    </dgm:pt>
    <dgm:pt modelId="{AD5BD019-66B8-40AE-9924-39A48970A9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Methodology</a:t>
          </a:r>
          <a:endParaRPr lang="en-US"/>
        </a:p>
      </dgm:t>
    </dgm:pt>
    <dgm:pt modelId="{A94E1F6D-D224-4CAC-A549-89312FB4E895}" type="parTrans" cxnId="{56B533BF-E8C2-4337-AA67-3239CF9C149E}">
      <dgm:prSet/>
      <dgm:spPr/>
      <dgm:t>
        <a:bodyPr/>
        <a:lstStyle/>
        <a:p>
          <a:endParaRPr lang="en-US"/>
        </a:p>
      </dgm:t>
    </dgm:pt>
    <dgm:pt modelId="{FB2405DD-39A6-4B10-80B8-E64E3EE17841}" type="sibTrans" cxnId="{56B533BF-E8C2-4337-AA67-3239CF9C149E}">
      <dgm:prSet/>
      <dgm:spPr/>
      <dgm:t>
        <a:bodyPr/>
        <a:lstStyle/>
        <a:p>
          <a:endParaRPr lang="en-US"/>
        </a:p>
      </dgm:t>
    </dgm:pt>
    <dgm:pt modelId="{9DE953A9-F1E9-4832-A1B9-F3F987AC513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Four AI models were tested:</a:t>
          </a:r>
        </a:p>
      </dgm:t>
    </dgm:pt>
    <dgm:pt modelId="{DF1CE939-22CD-41EB-A6B1-28308D5E8C3D}" type="parTrans" cxnId="{2A69ECCD-D043-45A8-9B04-62F48C0FED3C}">
      <dgm:prSet/>
      <dgm:spPr/>
      <dgm:t>
        <a:bodyPr/>
        <a:lstStyle/>
        <a:p>
          <a:endParaRPr lang="en-US"/>
        </a:p>
      </dgm:t>
    </dgm:pt>
    <dgm:pt modelId="{E7803EAE-1867-4901-BA7C-9C5D8A7CC408}" type="sibTrans" cxnId="{2A69ECCD-D043-45A8-9B04-62F48C0FED3C}">
      <dgm:prSet/>
      <dgm:spPr/>
      <dgm:t>
        <a:bodyPr/>
        <a:lstStyle/>
        <a:p>
          <a:endParaRPr lang="en-US"/>
        </a:p>
      </dgm:t>
    </dgm:pt>
    <dgm:pt modelId="{45716C60-C36F-4B8F-8431-CF8CA03AABC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Two </a:t>
          </a:r>
          <a:r>
            <a:rPr lang="en-US" b="1"/>
            <a:t>Thinking Models</a:t>
          </a:r>
          <a:r>
            <a:rPr lang="en-US"/>
            <a:t> </a:t>
          </a:r>
        </a:p>
      </dgm:t>
    </dgm:pt>
    <dgm:pt modelId="{9B493CD1-2870-46FA-B8D6-0DA967943D2E}" type="parTrans" cxnId="{08A34232-4C6F-4575-AB75-11633EFAE1AD}">
      <dgm:prSet/>
      <dgm:spPr/>
      <dgm:t>
        <a:bodyPr/>
        <a:lstStyle/>
        <a:p>
          <a:endParaRPr lang="en-US"/>
        </a:p>
      </dgm:t>
    </dgm:pt>
    <dgm:pt modelId="{EAC6199B-9332-48A2-ABB7-24DC0CBBE578}" type="sibTrans" cxnId="{08A34232-4C6F-4575-AB75-11633EFAE1AD}">
      <dgm:prSet/>
      <dgm:spPr/>
      <dgm:t>
        <a:bodyPr/>
        <a:lstStyle/>
        <a:p>
          <a:endParaRPr lang="en-US"/>
        </a:p>
      </dgm:t>
    </dgm:pt>
    <dgm:pt modelId="{F3260A86-0F06-4AA6-B179-4D7A21B48FB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Two </a:t>
          </a:r>
          <a:r>
            <a:rPr lang="en-US" b="1"/>
            <a:t>Instruct Models</a:t>
          </a:r>
          <a:r>
            <a:rPr lang="en-US"/>
            <a:t> </a:t>
          </a:r>
        </a:p>
      </dgm:t>
    </dgm:pt>
    <dgm:pt modelId="{3EB46BD2-45C6-4278-8E64-327A8518894C}" type="parTrans" cxnId="{3317C2CD-C6FE-4D96-949F-E652EDB77B16}">
      <dgm:prSet/>
      <dgm:spPr/>
      <dgm:t>
        <a:bodyPr/>
        <a:lstStyle/>
        <a:p>
          <a:endParaRPr lang="en-US"/>
        </a:p>
      </dgm:t>
    </dgm:pt>
    <dgm:pt modelId="{C3AE7ACE-9A5A-4F9E-9DB8-1F064D5C1BA7}" type="sibTrans" cxnId="{3317C2CD-C6FE-4D96-949F-E652EDB77B16}">
      <dgm:prSet/>
      <dgm:spPr/>
      <dgm:t>
        <a:bodyPr/>
        <a:lstStyle/>
        <a:p>
          <a:endParaRPr lang="en-US"/>
        </a:p>
      </dgm:t>
    </dgm:pt>
    <dgm:pt modelId="{7F7257A3-98E0-461F-8EF2-5FA3D22BBA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All models were evaluated using three types of tasks.</a:t>
          </a:r>
        </a:p>
      </dgm:t>
    </dgm:pt>
    <dgm:pt modelId="{72697D09-1B27-4450-948C-0A5E51981875}" type="parTrans" cxnId="{C614E5D0-1FB4-4C2D-9120-25147CDC157F}">
      <dgm:prSet/>
      <dgm:spPr/>
      <dgm:t>
        <a:bodyPr/>
        <a:lstStyle/>
        <a:p>
          <a:endParaRPr lang="en-US"/>
        </a:p>
      </dgm:t>
    </dgm:pt>
    <dgm:pt modelId="{7C93CAE4-9CE2-4A57-9B95-F1A415D3AFE8}" type="sibTrans" cxnId="{C614E5D0-1FB4-4C2D-9120-25147CDC157F}">
      <dgm:prSet/>
      <dgm:spPr/>
      <dgm:t>
        <a:bodyPr/>
        <a:lstStyle/>
        <a:p>
          <a:endParaRPr lang="en-US"/>
        </a:p>
      </dgm:t>
    </dgm:pt>
    <dgm:pt modelId="{12A80CBA-0CEA-4A88-8561-6D64CDD58FC6}" type="pres">
      <dgm:prSet presAssocID="{D4D88918-8A55-4D5E-A106-046871621FD5}" presName="root" presStyleCnt="0">
        <dgm:presLayoutVars>
          <dgm:dir/>
          <dgm:resizeHandles val="exact"/>
        </dgm:presLayoutVars>
      </dgm:prSet>
      <dgm:spPr/>
    </dgm:pt>
    <dgm:pt modelId="{EB9F6C21-70F3-47DE-9CF0-ACE7679DC82C}" type="pres">
      <dgm:prSet presAssocID="{C48FC66E-D3C2-4C09-99BA-B8DCC3572B90}" presName="compNode" presStyleCnt="0"/>
      <dgm:spPr/>
    </dgm:pt>
    <dgm:pt modelId="{A797CCC9-4355-424B-89FE-875A37B201D3}" type="pres">
      <dgm:prSet presAssocID="{C48FC66E-D3C2-4C09-99BA-B8DCC3572B90}" presName="iconBgRect" presStyleLbl="bgShp" presStyleIdx="0" presStyleCnt="6"/>
      <dgm:spPr/>
    </dgm:pt>
    <dgm:pt modelId="{BBEE35A2-B6F1-4556-8B06-8D30B1E8F545}" type="pres">
      <dgm:prSet presAssocID="{C48FC66E-D3C2-4C09-99BA-B8DCC3572B9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3D51B518-F934-42FC-B9EA-6C877FBF3150}" type="pres">
      <dgm:prSet presAssocID="{C48FC66E-D3C2-4C09-99BA-B8DCC3572B90}" presName="spaceRect" presStyleCnt="0"/>
      <dgm:spPr/>
    </dgm:pt>
    <dgm:pt modelId="{E8688DF4-F691-41BC-869F-22FBD34B6583}" type="pres">
      <dgm:prSet presAssocID="{C48FC66E-D3C2-4C09-99BA-B8DCC3572B90}" presName="textRect" presStyleLbl="revTx" presStyleIdx="0" presStyleCnt="6">
        <dgm:presLayoutVars>
          <dgm:chMax val="1"/>
          <dgm:chPref val="1"/>
        </dgm:presLayoutVars>
      </dgm:prSet>
      <dgm:spPr/>
    </dgm:pt>
    <dgm:pt modelId="{DC89554E-A65F-4DC7-9BE4-1ECFACDAD74B}" type="pres">
      <dgm:prSet presAssocID="{DDAF3A68-6B33-4431-8517-61568AD882BD}" presName="sibTrans" presStyleCnt="0"/>
      <dgm:spPr/>
    </dgm:pt>
    <dgm:pt modelId="{D4CD7845-6F8F-4C27-912F-1274FEB5439D}" type="pres">
      <dgm:prSet presAssocID="{AD5BD019-66B8-40AE-9924-39A48970A955}" presName="compNode" presStyleCnt="0"/>
      <dgm:spPr/>
    </dgm:pt>
    <dgm:pt modelId="{9AD950DD-BC52-4274-AC00-6FE2CAF3620D}" type="pres">
      <dgm:prSet presAssocID="{AD5BD019-66B8-40AE-9924-39A48970A955}" presName="iconBgRect" presStyleLbl="bgShp" presStyleIdx="1" presStyleCnt="6"/>
      <dgm:spPr/>
    </dgm:pt>
    <dgm:pt modelId="{309A48CD-2414-4666-B25D-8A8B5EC0802B}" type="pres">
      <dgm:prSet presAssocID="{AD5BD019-66B8-40AE-9924-39A48970A95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7258D56-EDBB-40BD-B457-2B62A799B664}" type="pres">
      <dgm:prSet presAssocID="{AD5BD019-66B8-40AE-9924-39A48970A955}" presName="spaceRect" presStyleCnt="0"/>
      <dgm:spPr/>
    </dgm:pt>
    <dgm:pt modelId="{BFFD3183-E584-4746-8122-1E2BE0EB6815}" type="pres">
      <dgm:prSet presAssocID="{AD5BD019-66B8-40AE-9924-39A48970A955}" presName="textRect" presStyleLbl="revTx" presStyleIdx="1" presStyleCnt="6">
        <dgm:presLayoutVars>
          <dgm:chMax val="1"/>
          <dgm:chPref val="1"/>
        </dgm:presLayoutVars>
      </dgm:prSet>
      <dgm:spPr/>
    </dgm:pt>
    <dgm:pt modelId="{B1FF349B-4B13-45F6-BCB3-FFBB7974133F}" type="pres">
      <dgm:prSet presAssocID="{FB2405DD-39A6-4B10-80B8-E64E3EE17841}" presName="sibTrans" presStyleCnt="0"/>
      <dgm:spPr/>
    </dgm:pt>
    <dgm:pt modelId="{DFD97779-5BAA-473A-8619-02C5ABAE4B08}" type="pres">
      <dgm:prSet presAssocID="{9DE953A9-F1E9-4832-A1B9-F3F987AC5131}" presName="compNode" presStyleCnt="0"/>
      <dgm:spPr/>
    </dgm:pt>
    <dgm:pt modelId="{C9A1D3EF-1106-4E74-8138-C9881DD42376}" type="pres">
      <dgm:prSet presAssocID="{9DE953A9-F1E9-4832-A1B9-F3F987AC5131}" presName="iconBgRect" presStyleLbl="bgShp" presStyleIdx="2" presStyleCnt="6"/>
      <dgm:spPr/>
    </dgm:pt>
    <dgm:pt modelId="{1564EEFD-8DB9-4CD2-95C7-D68D3E31909E}" type="pres">
      <dgm:prSet presAssocID="{9DE953A9-F1E9-4832-A1B9-F3F987AC513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7FF3E15-CEC7-45A4-9231-0421030D99BB}" type="pres">
      <dgm:prSet presAssocID="{9DE953A9-F1E9-4832-A1B9-F3F987AC5131}" presName="spaceRect" presStyleCnt="0"/>
      <dgm:spPr/>
    </dgm:pt>
    <dgm:pt modelId="{09824508-6812-4BC8-A76F-616846642BC0}" type="pres">
      <dgm:prSet presAssocID="{9DE953A9-F1E9-4832-A1B9-F3F987AC5131}" presName="textRect" presStyleLbl="revTx" presStyleIdx="2" presStyleCnt="6">
        <dgm:presLayoutVars>
          <dgm:chMax val="1"/>
          <dgm:chPref val="1"/>
        </dgm:presLayoutVars>
      </dgm:prSet>
      <dgm:spPr/>
    </dgm:pt>
    <dgm:pt modelId="{92703B5D-2461-4685-A68B-1D8E71236DDD}" type="pres">
      <dgm:prSet presAssocID="{E7803EAE-1867-4901-BA7C-9C5D8A7CC408}" presName="sibTrans" presStyleCnt="0"/>
      <dgm:spPr/>
    </dgm:pt>
    <dgm:pt modelId="{AC8C226E-5232-44C9-B8EB-51D8E9EF7DD1}" type="pres">
      <dgm:prSet presAssocID="{45716C60-C36F-4B8F-8431-CF8CA03AABC1}" presName="compNode" presStyleCnt="0"/>
      <dgm:spPr/>
    </dgm:pt>
    <dgm:pt modelId="{C12E3847-9112-4285-A671-BC937EBD28EE}" type="pres">
      <dgm:prSet presAssocID="{45716C60-C36F-4B8F-8431-CF8CA03AABC1}" presName="iconBgRect" presStyleLbl="bgShp" presStyleIdx="3" presStyleCnt="6"/>
      <dgm:spPr/>
    </dgm:pt>
    <dgm:pt modelId="{AD015CC9-CC8D-442E-81B9-8EDC4B49ECE9}" type="pres">
      <dgm:prSet presAssocID="{45716C60-C36F-4B8F-8431-CF8CA03AABC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C32B0DD-F53A-4AA6-B6E5-DE4C350211FE}" type="pres">
      <dgm:prSet presAssocID="{45716C60-C36F-4B8F-8431-CF8CA03AABC1}" presName="spaceRect" presStyleCnt="0"/>
      <dgm:spPr/>
    </dgm:pt>
    <dgm:pt modelId="{6F73AE84-51BA-40B7-8283-EAC5D5BCB06D}" type="pres">
      <dgm:prSet presAssocID="{45716C60-C36F-4B8F-8431-CF8CA03AABC1}" presName="textRect" presStyleLbl="revTx" presStyleIdx="3" presStyleCnt="6">
        <dgm:presLayoutVars>
          <dgm:chMax val="1"/>
          <dgm:chPref val="1"/>
        </dgm:presLayoutVars>
      </dgm:prSet>
      <dgm:spPr/>
    </dgm:pt>
    <dgm:pt modelId="{AA517162-3084-4207-B33D-B34C9D831FC3}" type="pres">
      <dgm:prSet presAssocID="{EAC6199B-9332-48A2-ABB7-24DC0CBBE578}" presName="sibTrans" presStyleCnt="0"/>
      <dgm:spPr/>
    </dgm:pt>
    <dgm:pt modelId="{F94D7C34-7672-4C51-A1CE-01B5F786B47A}" type="pres">
      <dgm:prSet presAssocID="{F3260A86-0F06-4AA6-B179-4D7A21B48FB6}" presName="compNode" presStyleCnt="0"/>
      <dgm:spPr/>
    </dgm:pt>
    <dgm:pt modelId="{4693E0A6-E64A-452B-8282-085D6366E745}" type="pres">
      <dgm:prSet presAssocID="{F3260A86-0F06-4AA6-B179-4D7A21B48FB6}" presName="iconBgRect" presStyleLbl="bgShp" presStyleIdx="4" presStyleCnt="6"/>
      <dgm:spPr/>
    </dgm:pt>
    <dgm:pt modelId="{0503E2CF-0F4A-43DD-B5E7-5ECCD4B35455}" type="pres">
      <dgm:prSet presAssocID="{F3260A86-0F06-4AA6-B179-4D7A21B48FB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F9F796-9A1E-4DCF-AAB1-E1391AB3AC8D}" type="pres">
      <dgm:prSet presAssocID="{F3260A86-0F06-4AA6-B179-4D7A21B48FB6}" presName="spaceRect" presStyleCnt="0"/>
      <dgm:spPr/>
    </dgm:pt>
    <dgm:pt modelId="{D5A367B0-2C5C-4E35-BDC2-78216F1848D4}" type="pres">
      <dgm:prSet presAssocID="{F3260A86-0F06-4AA6-B179-4D7A21B48FB6}" presName="textRect" presStyleLbl="revTx" presStyleIdx="4" presStyleCnt="6">
        <dgm:presLayoutVars>
          <dgm:chMax val="1"/>
          <dgm:chPref val="1"/>
        </dgm:presLayoutVars>
      </dgm:prSet>
      <dgm:spPr/>
    </dgm:pt>
    <dgm:pt modelId="{F4F2D669-20C0-4BBC-8AD9-56374917D3C9}" type="pres">
      <dgm:prSet presAssocID="{C3AE7ACE-9A5A-4F9E-9DB8-1F064D5C1BA7}" presName="sibTrans" presStyleCnt="0"/>
      <dgm:spPr/>
    </dgm:pt>
    <dgm:pt modelId="{78BC91F3-1A94-4391-9DD8-B50D9E735101}" type="pres">
      <dgm:prSet presAssocID="{7F7257A3-98E0-461F-8EF2-5FA3D22BBABA}" presName="compNode" presStyleCnt="0"/>
      <dgm:spPr/>
    </dgm:pt>
    <dgm:pt modelId="{D95BBF9C-BEEB-49C5-B1DA-2C725DF58AAF}" type="pres">
      <dgm:prSet presAssocID="{7F7257A3-98E0-461F-8EF2-5FA3D22BBABA}" presName="iconBgRect" presStyleLbl="bgShp" presStyleIdx="5" presStyleCnt="6"/>
      <dgm:spPr/>
    </dgm:pt>
    <dgm:pt modelId="{F2DDA3C1-7868-4C04-AA00-8D5B915FFCE7}" type="pres">
      <dgm:prSet presAssocID="{7F7257A3-98E0-461F-8EF2-5FA3D22BBAB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11DECFDD-1D96-4634-88AF-157F4D9D5BF5}" type="pres">
      <dgm:prSet presAssocID="{7F7257A3-98E0-461F-8EF2-5FA3D22BBABA}" presName="spaceRect" presStyleCnt="0"/>
      <dgm:spPr/>
    </dgm:pt>
    <dgm:pt modelId="{1C090860-B82A-4CC0-BE0A-2ADA57E12F88}" type="pres">
      <dgm:prSet presAssocID="{7F7257A3-98E0-461F-8EF2-5FA3D22BBAB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F381B04-FCCC-4528-804C-A5AEB5EE6979}" type="presOf" srcId="{F3260A86-0F06-4AA6-B179-4D7A21B48FB6}" destId="{D5A367B0-2C5C-4E35-BDC2-78216F1848D4}" srcOrd="0" destOrd="0" presId="urn:microsoft.com/office/officeart/2018/5/layout/IconCircleLabelList"/>
    <dgm:cxn modelId="{8233E41B-8602-4571-841A-AA39B88B405F}" type="presOf" srcId="{45716C60-C36F-4B8F-8431-CF8CA03AABC1}" destId="{6F73AE84-51BA-40B7-8283-EAC5D5BCB06D}" srcOrd="0" destOrd="0" presId="urn:microsoft.com/office/officeart/2018/5/layout/IconCircleLabelList"/>
    <dgm:cxn modelId="{08A34232-4C6F-4575-AB75-11633EFAE1AD}" srcId="{D4D88918-8A55-4D5E-A106-046871621FD5}" destId="{45716C60-C36F-4B8F-8431-CF8CA03AABC1}" srcOrd="3" destOrd="0" parTransId="{9B493CD1-2870-46FA-B8D6-0DA967943D2E}" sibTransId="{EAC6199B-9332-48A2-ABB7-24DC0CBBE578}"/>
    <dgm:cxn modelId="{8340A26D-F345-4DA6-921D-7A5ABD5CD697}" type="presOf" srcId="{7F7257A3-98E0-461F-8EF2-5FA3D22BBABA}" destId="{1C090860-B82A-4CC0-BE0A-2ADA57E12F88}" srcOrd="0" destOrd="0" presId="urn:microsoft.com/office/officeart/2018/5/layout/IconCircleLabelList"/>
    <dgm:cxn modelId="{DA44FE56-FD05-4F51-BC7B-872CE013CA32}" type="presOf" srcId="{C48FC66E-D3C2-4C09-99BA-B8DCC3572B90}" destId="{E8688DF4-F691-41BC-869F-22FBD34B6583}" srcOrd="0" destOrd="0" presId="urn:microsoft.com/office/officeart/2018/5/layout/IconCircleLabelList"/>
    <dgm:cxn modelId="{587D629D-488D-4EAF-BC9C-4571D819674B}" type="presOf" srcId="{D4D88918-8A55-4D5E-A106-046871621FD5}" destId="{12A80CBA-0CEA-4A88-8561-6D64CDD58FC6}" srcOrd="0" destOrd="0" presId="urn:microsoft.com/office/officeart/2018/5/layout/IconCircleLabelList"/>
    <dgm:cxn modelId="{5F1D57A3-2F7D-4412-BA54-7AFA872249B2}" type="presOf" srcId="{AD5BD019-66B8-40AE-9924-39A48970A955}" destId="{BFFD3183-E584-4746-8122-1E2BE0EB6815}" srcOrd="0" destOrd="0" presId="urn:microsoft.com/office/officeart/2018/5/layout/IconCircleLabelList"/>
    <dgm:cxn modelId="{5C6555A9-5274-4AD5-8CB0-A1D285CC7E3B}" type="presOf" srcId="{9DE953A9-F1E9-4832-A1B9-F3F987AC5131}" destId="{09824508-6812-4BC8-A76F-616846642BC0}" srcOrd="0" destOrd="0" presId="urn:microsoft.com/office/officeart/2018/5/layout/IconCircleLabelList"/>
    <dgm:cxn modelId="{56B533BF-E8C2-4337-AA67-3239CF9C149E}" srcId="{D4D88918-8A55-4D5E-A106-046871621FD5}" destId="{AD5BD019-66B8-40AE-9924-39A48970A955}" srcOrd="1" destOrd="0" parTransId="{A94E1F6D-D224-4CAC-A549-89312FB4E895}" sibTransId="{FB2405DD-39A6-4B10-80B8-E64E3EE17841}"/>
    <dgm:cxn modelId="{3317C2CD-C6FE-4D96-949F-E652EDB77B16}" srcId="{D4D88918-8A55-4D5E-A106-046871621FD5}" destId="{F3260A86-0F06-4AA6-B179-4D7A21B48FB6}" srcOrd="4" destOrd="0" parTransId="{3EB46BD2-45C6-4278-8E64-327A8518894C}" sibTransId="{C3AE7ACE-9A5A-4F9E-9DB8-1F064D5C1BA7}"/>
    <dgm:cxn modelId="{2A69ECCD-D043-45A8-9B04-62F48C0FED3C}" srcId="{D4D88918-8A55-4D5E-A106-046871621FD5}" destId="{9DE953A9-F1E9-4832-A1B9-F3F987AC5131}" srcOrd="2" destOrd="0" parTransId="{DF1CE939-22CD-41EB-A6B1-28308D5E8C3D}" sibTransId="{E7803EAE-1867-4901-BA7C-9C5D8A7CC408}"/>
    <dgm:cxn modelId="{C614E5D0-1FB4-4C2D-9120-25147CDC157F}" srcId="{D4D88918-8A55-4D5E-A106-046871621FD5}" destId="{7F7257A3-98E0-461F-8EF2-5FA3D22BBABA}" srcOrd="5" destOrd="0" parTransId="{72697D09-1B27-4450-948C-0A5E51981875}" sibTransId="{7C93CAE4-9CE2-4A57-9B95-F1A415D3AFE8}"/>
    <dgm:cxn modelId="{B4551BF6-D21C-42F7-BDAF-0AFFD96EF073}" srcId="{D4D88918-8A55-4D5E-A106-046871621FD5}" destId="{C48FC66E-D3C2-4C09-99BA-B8DCC3572B90}" srcOrd="0" destOrd="0" parTransId="{6FF239AC-3FA9-45A7-95CD-484315C40559}" sibTransId="{DDAF3A68-6B33-4431-8517-61568AD882BD}"/>
    <dgm:cxn modelId="{C011BD1C-D057-43D0-916B-CBA8ED1DF113}" type="presParOf" srcId="{12A80CBA-0CEA-4A88-8561-6D64CDD58FC6}" destId="{EB9F6C21-70F3-47DE-9CF0-ACE7679DC82C}" srcOrd="0" destOrd="0" presId="urn:microsoft.com/office/officeart/2018/5/layout/IconCircleLabelList"/>
    <dgm:cxn modelId="{D00E70FB-09BB-4AC6-8905-0FE6D77BB2B6}" type="presParOf" srcId="{EB9F6C21-70F3-47DE-9CF0-ACE7679DC82C}" destId="{A797CCC9-4355-424B-89FE-875A37B201D3}" srcOrd="0" destOrd="0" presId="urn:microsoft.com/office/officeart/2018/5/layout/IconCircleLabelList"/>
    <dgm:cxn modelId="{34899371-A063-4CD3-A7FB-6C80D619DE5B}" type="presParOf" srcId="{EB9F6C21-70F3-47DE-9CF0-ACE7679DC82C}" destId="{BBEE35A2-B6F1-4556-8B06-8D30B1E8F545}" srcOrd="1" destOrd="0" presId="urn:microsoft.com/office/officeart/2018/5/layout/IconCircleLabelList"/>
    <dgm:cxn modelId="{0C37019B-EBFA-4E3C-AAE9-2321F2448BE4}" type="presParOf" srcId="{EB9F6C21-70F3-47DE-9CF0-ACE7679DC82C}" destId="{3D51B518-F934-42FC-B9EA-6C877FBF3150}" srcOrd="2" destOrd="0" presId="urn:microsoft.com/office/officeart/2018/5/layout/IconCircleLabelList"/>
    <dgm:cxn modelId="{358E626D-B8C7-47D0-BFBA-948AEEC4F1FD}" type="presParOf" srcId="{EB9F6C21-70F3-47DE-9CF0-ACE7679DC82C}" destId="{E8688DF4-F691-41BC-869F-22FBD34B6583}" srcOrd="3" destOrd="0" presId="urn:microsoft.com/office/officeart/2018/5/layout/IconCircleLabelList"/>
    <dgm:cxn modelId="{9E76B496-7ADB-4815-A35B-B43095CD94BF}" type="presParOf" srcId="{12A80CBA-0CEA-4A88-8561-6D64CDD58FC6}" destId="{DC89554E-A65F-4DC7-9BE4-1ECFACDAD74B}" srcOrd="1" destOrd="0" presId="urn:microsoft.com/office/officeart/2018/5/layout/IconCircleLabelList"/>
    <dgm:cxn modelId="{5E18338F-0CB3-4F14-A233-D818974640F9}" type="presParOf" srcId="{12A80CBA-0CEA-4A88-8561-6D64CDD58FC6}" destId="{D4CD7845-6F8F-4C27-912F-1274FEB5439D}" srcOrd="2" destOrd="0" presId="urn:microsoft.com/office/officeart/2018/5/layout/IconCircleLabelList"/>
    <dgm:cxn modelId="{322E30DA-495B-480A-BFC3-7C5DD5CE16B9}" type="presParOf" srcId="{D4CD7845-6F8F-4C27-912F-1274FEB5439D}" destId="{9AD950DD-BC52-4274-AC00-6FE2CAF3620D}" srcOrd="0" destOrd="0" presId="urn:microsoft.com/office/officeart/2018/5/layout/IconCircleLabelList"/>
    <dgm:cxn modelId="{52DA8EE9-1955-4E1B-9631-3DD912435972}" type="presParOf" srcId="{D4CD7845-6F8F-4C27-912F-1274FEB5439D}" destId="{309A48CD-2414-4666-B25D-8A8B5EC0802B}" srcOrd="1" destOrd="0" presId="urn:microsoft.com/office/officeart/2018/5/layout/IconCircleLabelList"/>
    <dgm:cxn modelId="{BDF751F2-4653-4F46-AD98-8003DA1DB41A}" type="presParOf" srcId="{D4CD7845-6F8F-4C27-912F-1274FEB5439D}" destId="{37258D56-EDBB-40BD-B457-2B62A799B664}" srcOrd="2" destOrd="0" presId="urn:microsoft.com/office/officeart/2018/5/layout/IconCircleLabelList"/>
    <dgm:cxn modelId="{BB203978-0D8B-4DA3-B73C-F54BFEDC5DCB}" type="presParOf" srcId="{D4CD7845-6F8F-4C27-912F-1274FEB5439D}" destId="{BFFD3183-E584-4746-8122-1E2BE0EB6815}" srcOrd="3" destOrd="0" presId="urn:microsoft.com/office/officeart/2018/5/layout/IconCircleLabelList"/>
    <dgm:cxn modelId="{8E040D05-E127-476D-9FAA-6C0A7C31D828}" type="presParOf" srcId="{12A80CBA-0CEA-4A88-8561-6D64CDD58FC6}" destId="{B1FF349B-4B13-45F6-BCB3-FFBB7974133F}" srcOrd="3" destOrd="0" presId="urn:microsoft.com/office/officeart/2018/5/layout/IconCircleLabelList"/>
    <dgm:cxn modelId="{C03A03ED-7401-43AE-802C-794CC01DCD74}" type="presParOf" srcId="{12A80CBA-0CEA-4A88-8561-6D64CDD58FC6}" destId="{DFD97779-5BAA-473A-8619-02C5ABAE4B08}" srcOrd="4" destOrd="0" presId="urn:microsoft.com/office/officeart/2018/5/layout/IconCircleLabelList"/>
    <dgm:cxn modelId="{9BA3A91F-1797-482D-88D4-F6633EE7274A}" type="presParOf" srcId="{DFD97779-5BAA-473A-8619-02C5ABAE4B08}" destId="{C9A1D3EF-1106-4E74-8138-C9881DD42376}" srcOrd="0" destOrd="0" presId="urn:microsoft.com/office/officeart/2018/5/layout/IconCircleLabelList"/>
    <dgm:cxn modelId="{0415F51C-C9FA-433C-838B-DCDAE28D58B2}" type="presParOf" srcId="{DFD97779-5BAA-473A-8619-02C5ABAE4B08}" destId="{1564EEFD-8DB9-4CD2-95C7-D68D3E31909E}" srcOrd="1" destOrd="0" presId="urn:microsoft.com/office/officeart/2018/5/layout/IconCircleLabelList"/>
    <dgm:cxn modelId="{0A38A4E0-CC93-4905-A54A-32E49C131EA1}" type="presParOf" srcId="{DFD97779-5BAA-473A-8619-02C5ABAE4B08}" destId="{17FF3E15-CEC7-45A4-9231-0421030D99BB}" srcOrd="2" destOrd="0" presId="urn:microsoft.com/office/officeart/2018/5/layout/IconCircleLabelList"/>
    <dgm:cxn modelId="{F0AF7948-0D89-4DE6-9610-33AE6737B4E5}" type="presParOf" srcId="{DFD97779-5BAA-473A-8619-02C5ABAE4B08}" destId="{09824508-6812-4BC8-A76F-616846642BC0}" srcOrd="3" destOrd="0" presId="urn:microsoft.com/office/officeart/2018/5/layout/IconCircleLabelList"/>
    <dgm:cxn modelId="{A4AC1B40-6069-4D1C-9645-8B6C0319B618}" type="presParOf" srcId="{12A80CBA-0CEA-4A88-8561-6D64CDD58FC6}" destId="{92703B5D-2461-4685-A68B-1D8E71236DDD}" srcOrd="5" destOrd="0" presId="urn:microsoft.com/office/officeart/2018/5/layout/IconCircleLabelList"/>
    <dgm:cxn modelId="{8DC6EAA0-80BB-40D8-AC04-027273A49C27}" type="presParOf" srcId="{12A80CBA-0CEA-4A88-8561-6D64CDD58FC6}" destId="{AC8C226E-5232-44C9-B8EB-51D8E9EF7DD1}" srcOrd="6" destOrd="0" presId="urn:microsoft.com/office/officeart/2018/5/layout/IconCircleLabelList"/>
    <dgm:cxn modelId="{699DFE0F-2864-4C0B-B33A-6F4FAC13916E}" type="presParOf" srcId="{AC8C226E-5232-44C9-B8EB-51D8E9EF7DD1}" destId="{C12E3847-9112-4285-A671-BC937EBD28EE}" srcOrd="0" destOrd="0" presId="urn:microsoft.com/office/officeart/2018/5/layout/IconCircleLabelList"/>
    <dgm:cxn modelId="{2DACE9F0-5522-418B-862D-37EC615DF437}" type="presParOf" srcId="{AC8C226E-5232-44C9-B8EB-51D8E9EF7DD1}" destId="{AD015CC9-CC8D-442E-81B9-8EDC4B49ECE9}" srcOrd="1" destOrd="0" presId="urn:microsoft.com/office/officeart/2018/5/layout/IconCircleLabelList"/>
    <dgm:cxn modelId="{56689E86-6984-4D62-9341-9065BC8F892C}" type="presParOf" srcId="{AC8C226E-5232-44C9-B8EB-51D8E9EF7DD1}" destId="{8C32B0DD-F53A-4AA6-B6E5-DE4C350211FE}" srcOrd="2" destOrd="0" presId="urn:microsoft.com/office/officeart/2018/5/layout/IconCircleLabelList"/>
    <dgm:cxn modelId="{1C007B2D-EE5A-482A-B5FC-B2A3B1091C02}" type="presParOf" srcId="{AC8C226E-5232-44C9-B8EB-51D8E9EF7DD1}" destId="{6F73AE84-51BA-40B7-8283-EAC5D5BCB06D}" srcOrd="3" destOrd="0" presId="urn:microsoft.com/office/officeart/2018/5/layout/IconCircleLabelList"/>
    <dgm:cxn modelId="{0D7DC6A2-C859-45F1-995E-6C2A97340625}" type="presParOf" srcId="{12A80CBA-0CEA-4A88-8561-6D64CDD58FC6}" destId="{AA517162-3084-4207-B33D-B34C9D831FC3}" srcOrd="7" destOrd="0" presId="urn:microsoft.com/office/officeart/2018/5/layout/IconCircleLabelList"/>
    <dgm:cxn modelId="{47FCFA9F-39EB-4797-8F05-884336DB80DC}" type="presParOf" srcId="{12A80CBA-0CEA-4A88-8561-6D64CDD58FC6}" destId="{F94D7C34-7672-4C51-A1CE-01B5F786B47A}" srcOrd="8" destOrd="0" presId="urn:microsoft.com/office/officeart/2018/5/layout/IconCircleLabelList"/>
    <dgm:cxn modelId="{708FFF7B-7A5B-4B71-B24B-BB04968237A0}" type="presParOf" srcId="{F94D7C34-7672-4C51-A1CE-01B5F786B47A}" destId="{4693E0A6-E64A-452B-8282-085D6366E745}" srcOrd="0" destOrd="0" presId="urn:microsoft.com/office/officeart/2018/5/layout/IconCircleLabelList"/>
    <dgm:cxn modelId="{45D9C2E4-A9C0-4FA9-8FA1-5C67A5FCE146}" type="presParOf" srcId="{F94D7C34-7672-4C51-A1CE-01B5F786B47A}" destId="{0503E2CF-0F4A-43DD-B5E7-5ECCD4B35455}" srcOrd="1" destOrd="0" presId="urn:microsoft.com/office/officeart/2018/5/layout/IconCircleLabelList"/>
    <dgm:cxn modelId="{BCCBD185-0EB2-4B98-BACE-93B5A11A219D}" type="presParOf" srcId="{F94D7C34-7672-4C51-A1CE-01B5F786B47A}" destId="{05F9F796-9A1E-4DCF-AAB1-E1391AB3AC8D}" srcOrd="2" destOrd="0" presId="urn:microsoft.com/office/officeart/2018/5/layout/IconCircleLabelList"/>
    <dgm:cxn modelId="{1DF942BF-BFC5-4BF6-8C8A-F75ACF6E2DD9}" type="presParOf" srcId="{F94D7C34-7672-4C51-A1CE-01B5F786B47A}" destId="{D5A367B0-2C5C-4E35-BDC2-78216F1848D4}" srcOrd="3" destOrd="0" presId="urn:microsoft.com/office/officeart/2018/5/layout/IconCircleLabelList"/>
    <dgm:cxn modelId="{FE95ED9F-E4D8-41DF-875B-43482F23BECD}" type="presParOf" srcId="{12A80CBA-0CEA-4A88-8561-6D64CDD58FC6}" destId="{F4F2D669-20C0-4BBC-8AD9-56374917D3C9}" srcOrd="9" destOrd="0" presId="urn:microsoft.com/office/officeart/2018/5/layout/IconCircleLabelList"/>
    <dgm:cxn modelId="{E6E791D3-970E-46E7-8341-27ADC370915A}" type="presParOf" srcId="{12A80CBA-0CEA-4A88-8561-6D64CDD58FC6}" destId="{78BC91F3-1A94-4391-9DD8-B50D9E735101}" srcOrd="10" destOrd="0" presId="urn:microsoft.com/office/officeart/2018/5/layout/IconCircleLabelList"/>
    <dgm:cxn modelId="{0EFAF31C-CF5E-44C3-BE7A-F11B645D1339}" type="presParOf" srcId="{78BC91F3-1A94-4391-9DD8-B50D9E735101}" destId="{D95BBF9C-BEEB-49C5-B1DA-2C725DF58AAF}" srcOrd="0" destOrd="0" presId="urn:microsoft.com/office/officeart/2018/5/layout/IconCircleLabelList"/>
    <dgm:cxn modelId="{E7E8D102-9CED-4D4C-92D4-3BC957F49FC4}" type="presParOf" srcId="{78BC91F3-1A94-4391-9DD8-B50D9E735101}" destId="{F2DDA3C1-7868-4C04-AA00-8D5B915FFCE7}" srcOrd="1" destOrd="0" presId="urn:microsoft.com/office/officeart/2018/5/layout/IconCircleLabelList"/>
    <dgm:cxn modelId="{F458F559-A1E9-445D-BB3D-5D0BFF7B4226}" type="presParOf" srcId="{78BC91F3-1A94-4391-9DD8-B50D9E735101}" destId="{11DECFDD-1D96-4634-88AF-157F4D9D5BF5}" srcOrd="2" destOrd="0" presId="urn:microsoft.com/office/officeart/2018/5/layout/IconCircleLabelList"/>
    <dgm:cxn modelId="{1D3EC44C-127D-4962-AB72-A55BCD54D162}" type="presParOf" srcId="{78BC91F3-1A94-4391-9DD8-B50D9E735101}" destId="{1C090860-B82A-4CC0-BE0A-2ADA57E12F8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E7B48A-AF90-45AE-B29B-F9F08E1D313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64C7522-CEFA-44D6-BC1E-92F58CE16819}">
      <dgm:prSet/>
      <dgm:spPr/>
      <dgm:t>
        <a:bodyPr/>
        <a:lstStyle/>
        <a:p>
          <a:pPr>
            <a:defRPr cap="all"/>
          </a:pPr>
          <a:r>
            <a:rPr lang="en-US"/>
            <a:t>GSM8K (Math)</a:t>
          </a:r>
        </a:p>
      </dgm:t>
    </dgm:pt>
    <dgm:pt modelId="{50732393-7DEB-4957-935E-3E299545E7E1}" type="parTrans" cxnId="{CC757457-952A-49BD-B551-A0E8DF5EFFBC}">
      <dgm:prSet/>
      <dgm:spPr/>
      <dgm:t>
        <a:bodyPr/>
        <a:lstStyle/>
        <a:p>
          <a:endParaRPr lang="en-US"/>
        </a:p>
      </dgm:t>
    </dgm:pt>
    <dgm:pt modelId="{9728079C-EEE2-407A-9392-3F79600B9BD0}" type="sibTrans" cxnId="{CC757457-952A-49BD-B551-A0E8DF5EFFBC}">
      <dgm:prSet/>
      <dgm:spPr/>
      <dgm:t>
        <a:bodyPr/>
        <a:lstStyle/>
        <a:p>
          <a:endParaRPr lang="en-US"/>
        </a:p>
      </dgm:t>
    </dgm:pt>
    <dgm:pt modelId="{69E93051-438B-4B17-A9D9-9F1006048126}">
      <dgm:prSet/>
      <dgm:spPr/>
      <dgm:t>
        <a:bodyPr/>
        <a:lstStyle/>
        <a:p>
          <a:pPr>
            <a:defRPr cap="all"/>
          </a:pPr>
          <a:r>
            <a:rPr lang="en-US"/>
            <a:t>HumanEval (Coding)</a:t>
          </a:r>
        </a:p>
      </dgm:t>
    </dgm:pt>
    <dgm:pt modelId="{D394AACF-EC89-4520-BD29-967D3DC8E405}" type="parTrans" cxnId="{EEBDCBBB-9629-4A4D-86D7-C7C1F4B65717}">
      <dgm:prSet/>
      <dgm:spPr/>
      <dgm:t>
        <a:bodyPr/>
        <a:lstStyle/>
        <a:p>
          <a:endParaRPr lang="en-US"/>
        </a:p>
      </dgm:t>
    </dgm:pt>
    <dgm:pt modelId="{81A82AD2-9E10-44C8-8C5D-09099C2F26A7}" type="sibTrans" cxnId="{EEBDCBBB-9629-4A4D-86D7-C7C1F4B65717}">
      <dgm:prSet/>
      <dgm:spPr/>
      <dgm:t>
        <a:bodyPr/>
        <a:lstStyle/>
        <a:p>
          <a:endParaRPr lang="en-US"/>
        </a:p>
      </dgm:t>
    </dgm:pt>
    <dgm:pt modelId="{84BAF3DD-F2D5-4CE7-822A-1B038AB78129}">
      <dgm:prSet/>
      <dgm:spPr/>
      <dgm:t>
        <a:bodyPr/>
        <a:lstStyle/>
        <a:p>
          <a:pPr>
            <a:defRPr cap="all"/>
          </a:pPr>
          <a:r>
            <a:rPr lang="en-US"/>
            <a:t>TriviaQA (General Knowledge)</a:t>
          </a:r>
        </a:p>
      </dgm:t>
    </dgm:pt>
    <dgm:pt modelId="{CF633ED4-466D-4CC4-967D-BE9F75DBDC4F}" type="parTrans" cxnId="{D279A8CB-B6AC-4432-AE80-DADAFC256022}">
      <dgm:prSet/>
      <dgm:spPr/>
      <dgm:t>
        <a:bodyPr/>
        <a:lstStyle/>
        <a:p>
          <a:endParaRPr lang="en-US"/>
        </a:p>
      </dgm:t>
    </dgm:pt>
    <dgm:pt modelId="{C1A9580E-38F0-4475-9323-9F996F433E44}" type="sibTrans" cxnId="{D279A8CB-B6AC-4432-AE80-DADAFC256022}">
      <dgm:prSet/>
      <dgm:spPr/>
      <dgm:t>
        <a:bodyPr/>
        <a:lstStyle/>
        <a:p>
          <a:endParaRPr lang="en-US"/>
        </a:p>
      </dgm:t>
    </dgm:pt>
    <dgm:pt modelId="{F4523711-1F2D-4581-B007-4FF9FC5B0F5B}" type="pres">
      <dgm:prSet presAssocID="{C3E7B48A-AF90-45AE-B29B-F9F08E1D3136}" presName="root" presStyleCnt="0">
        <dgm:presLayoutVars>
          <dgm:dir/>
          <dgm:resizeHandles val="exact"/>
        </dgm:presLayoutVars>
      </dgm:prSet>
      <dgm:spPr/>
    </dgm:pt>
    <dgm:pt modelId="{364AE935-0B89-4D6F-B793-EC302F4FADB3}" type="pres">
      <dgm:prSet presAssocID="{B64C7522-CEFA-44D6-BC1E-92F58CE16819}" presName="compNode" presStyleCnt="0"/>
      <dgm:spPr/>
    </dgm:pt>
    <dgm:pt modelId="{7947B2DA-3B83-429D-A077-8EFE24D4E534}" type="pres">
      <dgm:prSet presAssocID="{B64C7522-CEFA-44D6-BC1E-92F58CE16819}" presName="iconBgRect" presStyleLbl="bgShp" presStyleIdx="0" presStyleCnt="3"/>
      <dgm:spPr/>
    </dgm:pt>
    <dgm:pt modelId="{FF3F039F-E9ED-4B81-AB05-FD0AEA62F6C6}" type="pres">
      <dgm:prSet presAssocID="{B64C7522-CEFA-44D6-BC1E-92F58CE168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9EAB325-C6FF-47FA-8DB2-784F40C7C109}" type="pres">
      <dgm:prSet presAssocID="{B64C7522-CEFA-44D6-BC1E-92F58CE16819}" presName="spaceRect" presStyleCnt="0"/>
      <dgm:spPr/>
    </dgm:pt>
    <dgm:pt modelId="{1C1656E4-87C5-433A-B831-839566925149}" type="pres">
      <dgm:prSet presAssocID="{B64C7522-CEFA-44D6-BC1E-92F58CE16819}" presName="textRect" presStyleLbl="revTx" presStyleIdx="0" presStyleCnt="3">
        <dgm:presLayoutVars>
          <dgm:chMax val="1"/>
          <dgm:chPref val="1"/>
        </dgm:presLayoutVars>
      </dgm:prSet>
      <dgm:spPr/>
    </dgm:pt>
    <dgm:pt modelId="{A7E42548-AD9D-404F-B95E-CD4E68F88A6D}" type="pres">
      <dgm:prSet presAssocID="{9728079C-EEE2-407A-9392-3F79600B9BD0}" presName="sibTrans" presStyleCnt="0"/>
      <dgm:spPr/>
    </dgm:pt>
    <dgm:pt modelId="{3FD0E14E-81EC-4EF6-89B6-F76F68DC3C75}" type="pres">
      <dgm:prSet presAssocID="{69E93051-438B-4B17-A9D9-9F1006048126}" presName="compNode" presStyleCnt="0"/>
      <dgm:spPr/>
    </dgm:pt>
    <dgm:pt modelId="{78319898-AF0B-4AF8-9C6F-3CC225A9213B}" type="pres">
      <dgm:prSet presAssocID="{69E93051-438B-4B17-A9D9-9F1006048126}" presName="iconBgRect" presStyleLbl="bgShp" presStyleIdx="1" presStyleCnt="3"/>
      <dgm:spPr/>
    </dgm:pt>
    <dgm:pt modelId="{8C9B6870-C44E-473E-9558-05DE1D3845FB}" type="pres">
      <dgm:prSet presAssocID="{69E93051-438B-4B17-A9D9-9F100604812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 Animal"/>
        </a:ext>
      </dgm:extLst>
    </dgm:pt>
    <dgm:pt modelId="{E5C108BE-41E0-428C-A4CB-222BFA2C77F1}" type="pres">
      <dgm:prSet presAssocID="{69E93051-438B-4B17-A9D9-9F1006048126}" presName="spaceRect" presStyleCnt="0"/>
      <dgm:spPr/>
    </dgm:pt>
    <dgm:pt modelId="{65B7613E-83F4-4D0B-960E-23412F6F3335}" type="pres">
      <dgm:prSet presAssocID="{69E93051-438B-4B17-A9D9-9F1006048126}" presName="textRect" presStyleLbl="revTx" presStyleIdx="1" presStyleCnt="3">
        <dgm:presLayoutVars>
          <dgm:chMax val="1"/>
          <dgm:chPref val="1"/>
        </dgm:presLayoutVars>
      </dgm:prSet>
      <dgm:spPr/>
    </dgm:pt>
    <dgm:pt modelId="{F651E87F-E96E-445F-8866-7BC7B3FEF305}" type="pres">
      <dgm:prSet presAssocID="{81A82AD2-9E10-44C8-8C5D-09099C2F26A7}" presName="sibTrans" presStyleCnt="0"/>
      <dgm:spPr/>
    </dgm:pt>
    <dgm:pt modelId="{958E1279-E683-4087-870A-A38D563992E8}" type="pres">
      <dgm:prSet presAssocID="{84BAF3DD-F2D5-4CE7-822A-1B038AB78129}" presName="compNode" presStyleCnt="0"/>
      <dgm:spPr/>
    </dgm:pt>
    <dgm:pt modelId="{1C3E24F8-A081-424B-B078-3E6EFFFFADE0}" type="pres">
      <dgm:prSet presAssocID="{84BAF3DD-F2D5-4CE7-822A-1B038AB78129}" presName="iconBgRect" presStyleLbl="bgShp" presStyleIdx="2" presStyleCnt="3"/>
      <dgm:spPr/>
    </dgm:pt>
    <dgm:pt modelId="{16261494-73EE-474E-AECA-5CE73A3C86A4}" type="pres">
      <dgm:prSet presAssocID="{84BAF3DD-F2D5-4CE7-822A-1B038AB781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B3963EF-A224-4167-B7DC-71E302B539DA}" type="pres">
      <dgm:prSet presAssocID="{84BAF3DD-F2D5-4CE7-822A-1B038AB78129}" presName="spaceRect" presStyleCnt="0"/>
      <dgm:spPr/>
    </dgm:pt>
    <dgm:pt modelId="{BFB0387C-D3AD-46D4-85D1-530ACA56BA27}" type="pres">
      <dgm:prSet presAssocID="{84BAF3DD-F2D5-4CE7-822A-1B038AB781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C13629-BE35-42AC-AACB-A559D41C9D4C}" type="presOf" srcId="{B64C7522-CEFA-44D6-BC1E-92F58CE16819}" destId="{1C1656E4-87C5-433A-B831-839566925149}" srcOrd="0" destOrd="0" presId="urn:microsoft.com/office/officeart/2018/5/layout/IconCircleLabelList"/>
    <dgm:cxn modelId="{C325CC2D-AB78-4CBD-9911-33832041BB17}" type="presOf" srcId="{84BAF3DD-F2D5-4CE7-822A-1B038AB78129}" destId="{BFB0387C-D3AD-46D4-85D1-530ACA56BA27}" srcOrd="0" destOrd="0" presId="urn:microsoft.com/office/officeart/2018/5/layout/IconCircleLabelList"/>
    <dgm:cxn modelId="{C5E39661-C0F8-4F82-8404-B71E235A5436}" type="presOf" srcId="{C3E7B48A-AF90-45AE-B29B-F9F08E1D3136}" destId="{F4523711-1F2D-4581-B007-4FF9FC5B0F5B}" srcOrd="0" destOrd="0" presId="urn:microsoft.com/office/officeart/2018/5/layout/IconCircleLabelList"/>
    <dgm:cxn modelId="{CC757457-952A-49BD-B551-A0E8DF5EFFBC}" srcId="{C3E7B48A-AF90-45AE-B29B-F9F08E1D3136}" destId="{B64C7522-CEFA-44D6-BC1E-92F58CE16819}" srcOrd="0" destOrd="0" parTransId="{50732393-7DEB-4957-935E-3E299545E7E1}" sibTransId="{9728079C-EEE2-407A-9392-3F79600B9BD0}"/>
    <dgm:cxn modelId="{96012E83-EE27-4E91-99EB-4BD1CE84D88A}" type="presOf" srcId="{69E93051-438B-4B17-A9D9-9F1006048126}" destId="{65B7613E-83F4-4D0B-960E-23412F6F3335}" srcOrd="0" destOrd="0" presId="urn:microsoft.com/office/officeart/2018/5/layout/IconCircleLabelList"/>
    <dgm:cxn modelId="{EEBDCBBB-9629-4A4D-86D7-C7C1F4B65717}" srcId="{C3E7B48A-AF90-45AE-B29B-F9F08E1D3136}" destId="{69E93051-438B-4B17-A9D9-9F1006048126}" srcOrd="1" destOrd="0" parTransId="{D394AACF-EC89-4520-BD29-967D3DC8E405}" sibTransId="{81A82AD2-9E10-44C8-8C5D-09099C2F26A7}"/>
    <dgm:cxn modelId="{D279A8CB-B6AC-4432-AE80-DADAFC256022}" srcId="{C3E7B48A-AF90-45AE-B29B-F9F08E1D3136}" destId="{84BAF3DD-F2D5-4CE7-822A-1B038AB78129}" srcOrd="2" destOrd="0" parTransId="{CF633ED4-466D-4CC4-967D-BE9F75DBDC4F}" sibTransId="{C1A9580E-38F0-4475-9323-9F996F433E44}"/>
    <dgm:cxn modelId="{4D10EDA0-B3AB-49C9-A6F4-B95F380A12E2}" type="presParOf" srcId="{F4523711-1F2D-4581-B007-4FF9FC5B0F5B}" destId="{364AE935-0B89-4D6F-B793-EC302F4FADB3}" srcOrd="0" destOrd="0" presId="urn:microsoft.com/office/officeart/2018/5/layout/IconCircleLabelList"/>
    <dgm:cxn modelId="{4A4E3A81-FFDE-4E94-AE7A-4E670A86BB88}" type="presParOf" srcId="{364AE935-0B89-4D6F-B793-EC302F4FADB3}" destId="{7947B2DA-3B83-429D-A077-8EFE24D4E534}" srcOrd="0" destOrd="0" presId="urn:microsoft.com/office/officeart/2018/5/layout/IconCircleLabelList"/>
    <dgm:cxn modelId="{BF54C211-AB2F-4F91-836E-EC4EE4ABD8D0}" type="presParOf" srcId="{364AE935-0B89-4D6F-B793-EC302F4FADB3}" destId="{FF3F039F-E9ED-4B81-AB05-FD0AEA62F6C6}" srcOrd="1" destOrd="0" presId="urn:microsoft.com/office/officeart/2018/5/layout/IconCircleLabelList"/>
    <dgm:cxn modelId="{B93FE228-83C0-45C5-9191-2A5B021175A4}" type="presParOf" srcId="{364AE935-0B89-4D6F-B793-EC302F4FADB3}" destId="{C9EAB325-C6FF-47FA-8DB2-784F40C7C109}" srcOrd="2" destOrd="0" presId="urn:microsoft.com/office/officeart/2018/5/layout/IconCircleLabelList"/>
    <dgm:cxn modelId="{0A8CD2A7-FF22-4467-8C97-A0A1FD69BC11}" type="presParOf" srcId="{364AE935-0B89-4D6F-B793-EC302F4FADB3}" destId="{1C1656E4-87C5-433A-B831-839566925149}" srcOrd="3" destOrd="0" presId="urn:microsoft.com/office/officeart/2018/5/layout/IconCircleLabelList"/>
    <dgm:cxn modelId="{9BC49FEB-EF8C-4510-BFEF-E1061060E358}" type="presParOf" srcId="{F4523711-1F2D-4581-B007-4FF9FC5B0F5B}" destId="{A7E42548-AD9D-404F-B95E-CD4E68F88A6D}" srcOrd="1" destOrd="0" presId="urn:microsoft.com/office/officeart/2018/5/layout/IconCircleLabelList"/>
    <dgm:cxn modelId="{E6D99E2E-E234-4B6A-9D4F-E348ADD45DC9}" type="presParOf" srcId="{F4523711-1F2D-4581-B007-4FF9FC5B0F5B}" destId="{3FD0E14E-81EC-4EF6-89B6-F76F68DC3C75}" srcOrd="2" destOrd="0" presId="urn:microsoft.com/office/officeart/2018/5/layout/IconCircleLabelList"/>
    <dgm:cxn modelId="{F7422E5B-32E3-470F-A6B5-9C0C87AE17CB}" type="presParOf" srcId="{3FD0E14E-81EC-4EF6-89B6-F76F68DC3C75}" destId="{78319898-AF0B-4AF8-9C6F-3CC225A9213B}" srcOrd="0" destOrd="0" presId="urn:microsoft.com/office/officeart/2018/5/layout/IconCircleLabelList"/>
    <dgm:cxn modelId="{DDED0E68-C02C-4198-9A53-B68E83F1601A}" type="presParOf" srcId="{3FD0E14E-81EC-4EF6-89B6-F76F68DC3C75}" destId="{8C9B6870-C44E-473E-9558-05DE1D3845FB}" srcOrd="1" destOrd="0" presId="urn:microsoft.com/office/officeart/2018/5/layout/IconCircleLabelList"/>
    <dgm:cxn modelId="{EB300786-499E-4CB0-AE25-4C76828D9B5E}" type="presParOf" srcId="{3FD0E14E-81EC-4EF6-89B6-F76F68DC3C75}" destId="{E5C108BE-41E0-428C-A4CB-222BFA2C77F1}" srcOrd="2" destOrd="0" presId="urn:microsoft.com/office/officeart/2018/5/layout/IconCircleLabelList"/>
    <dgm:cxn modelId="{10FCD00C-95EC-4081-BE4F-9139484B847A}" type="presParOf" srcId="{3FD0E14E-81EC-4EF6-89B6-F76F68DC3C75}" destId="{65B7613E-83F4-4D0B-960E-23412F6F3335}" srcOrd="3" destOrd="0" presId="urn:microsoft.com/office/officeart/2018/5/layout/IconCircleLabelList"/>
    <dgm:cxn modelId="{F84C6854-458E-4149-AB35-7E100F7374C4}" type="presParOf" srcId="{F4523711-1F2D-4581-B007-4FF9FC5B0F5B}" destId="{F651E87F-E96E-445F-8866-7BC7B3FEF305}" srcOrd="3" destOrd="0" presId="urn:microsoft.com/office/officeart/2018/5/layout/IconCircleLabelList"/>
    <dgm:cxn modelId="{0D485D5B-2B22-42FF-B8D2-BED0338D3D0F}" type="presParOf" srcId="{F4523711-1F2D-4581-B007-4FF9FC5B0F5B}" destId="{958E1279-E683-4087-870A-A38D563992E8}" srcOrd="4" destOrd="0" presId="urn:microsoft.com/office/officeart/2018/5/layout/IconCircleLabelList"/>
    <dgm:cxn modelId="{11C11094-69AF-4BFA-87DA-19290B69BA08}" type="presParOf" srcId="{958E1279-E683-4087-870A-A38D563992E8}" destId="{1C3E24F8-A081-424B-B078-3E6EFFFFADE0}" srcOrd="0" destOrd="0" presId="urn:microsoft.com/office/officeart/2018/5/layout/IconCircleLabelList"/>
    <dgm:cxn modelId="{CB08054E-E70B-4149-8727-C44B0ECC0356}" type="presParOf" srcId="{958E1279-E683-4087-870A-A38D563992E8}" destId="{16261494-73EE-474E-AECA-5CE73A3C86A4}" srcOrd="1" destOrd="0" presId="urn:microsoft.com/office/officeart/2018/5/layout/IconCircleLabelList"/>
    <dgm:cxn modelId="{FCC57623-35E8-45C3-9F8C-EEC03A0B3078}" type="presParOf" srcId="{958E1279-E683-4087-870A-A38D563992E8}" destId="{EB3963EF-A224-4167-B7DC-71E302B539DA}" srcOrd="2" destOrd="0" presId="urn:microsoft.com/office/officeart/2018/5/layout/IconCircleLabelList"/>
    <dgm:cxn modelId="{CC325726-8CE6-4C07-8121-48F1A4DB0638}" type="presParOf" srcId="{958E1279-E683-4087-870A-A38D563992E8}" destId="{BFB0387C-D3AD-46D4-85D1-530ACA56BA2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20B357-8B1C-4D76-A6A8-157B642C1217}" type="doc">
      <dgm:prSet loTypeId="urn:microsoft.com/office/officeart/2005/8/layout/process2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A59F632-F46E-493B-AD9F-F7947F239AFE}">
      <dgm:prSet/>
      <dgm:spPr/>
      <dgm:t>
        <a:bodyPr/>
        <a:lstStyle/>
        <a:p>
          <a:r>
            <a:rPr lang="en-US"/>
            <a:t>Dataset used: </a:t>
          </a:r>
          <a:r>
            <a:rPr lang="en-US" b="1"/>
            <a:t>GSM8K</a:t>
          </a:r>
          <a:endParaRPr lang="en-US"/>
        </a:p>
      </dgm:t>
    </dgm:pt>
    <dgm:pt modelId="{09A1C37A-AE42-4C9B-B36A-6067A37B72F9}" type="parTrans" cxnId="{93C36820-76E3-42C6-ABB6-23F031FE6357}">
      <dgm:prSet/>
      <dgm:spPr/>
      <dgm:t>
        <a:bodyPr/>
        <a:lstStyle/>
        <a:p>
          <a:endParaRPr lang="en-US"/>
        </a:p>
      </dgm:t>
    </dgm:pt>
    <dgm:pt modelId="{35A26618-B932-498D-888B-A6C0535AB1CA}" type="sibTrans" cxnId="{93C36820-76E3-42C6-ABB6-23F031FE6357}">
      <dgm:prSet/>
      <dgm:spPr/>
      <dgm:t>
        <a:bodyPr/>
        <a:lstStyle/>
        <a:p>
          <a:endParaRPr lang="en-US"/>
        </a:p>
      </dgm:t>
    </dgm:pt>
    <dgm:pt modelId="{B28D79D1-73B9-48C3-AF42-3DCAE801D8D8}">
      <dgm:prSet/>
      <dgm:spPr/>
      <dgm:t>
        <a:bodyPr/>
        <a:lstStyle/>
        <a:p>
          <a:r>
            <a:rPr lang="en-US"/>
            <a:t>50 math problems were sent to each model. The results were evaluated based on:</a:t>
          </a:r>
        </a:p>
      </dgm:t>
    </dgm:pt>
    <dgm:pt modelId="{2B100532-ABF1-4E56-AE31-D69CC7006117}" type="parTrans" cxnId="{2E3FF805-E2F0-4785-ACF5-EF23E468D069}">
      <dgm:prSet/>
      <dgm:spPr/>
      <dgm:t>
        <a:bodyPr/>
        <a:lstStyle/>
        <a:p>
          <a:endParaRPr lang="en-US"/>
        </a:p>
      </dgm:t>
    </dgm:pt>
    <dgm:pt modelId="{94928BC3-1ECA-4D99-A31A-E65CC2043551}" type="sibTrans" cxnId="{2E3FF805-E2F0-4785-ACF5-EF23E468D069}">
      <dgm:prSet/>
      <dgm:spPr/>
      <dgm:t>
        <a:bodyPr/>
        <a:lstStyle/>
        <a:p>
          <a:endParaRPr lang="en-US"/>
        </a:p>
      </dgm:t>
    </dgm:pt>
    <dgm:pt modelId="{ED892629-F77A-42DB-BC44-D9FFB35C759D}">
      <dgm:prSet/>
      <dgm:spPr/>
      <dgm:t>
        <a:bodyPr/>
        <a:lstStyle/>
        <a:p>
          <a:r>
            <a:rPr lang="en-US"/>
            <a:t>Correct final answer </a:t>
          </a:r>
        </a:p>
      </dgm:t>
    </dgm:pt>
    <dgm:pt modelId="{E0A0414B-CE2C-452F-BA52-3879635CC6C2}" type="parTrans" cxnId="{BA15323F-619C-4974-AA50-5F609529ED73}">
      <dgm:prSet/>
      <dgm:spPr/>
      <dgm:t>
        <a:bodyPr/>
        <a:lstStyle/>
        <a:p>
          <a:endParaRPr lang="en-US"/>
        </a:p>
      </dgm:t>
    </dgm:pt>
    <dgm:pt modelId="{C0511932-7E6F-4B47-9EE5-3D9601FCFB75}" type="sibTrans" cxnId="{BA15323F-619C-4974-AA50-5F609529ED73}">
      <dgm:prSet/>
      <dgm:spPr/>
      <dgm:t>
        <a:bodyPr/>
        <a:lstStyle/>
        <a:p>
          <a:endParaRPr lang="en-US"/>
        </a:p>
      </dgm:t>
    </dgm:pt>
    <dgm:pt modelId="{4EC7D5DA-6A17-418C-994E-AC9CDA61329A}">
      <dgm:prSet/>
      <dgm:spPr/>
      <dgm:t>
        <a:bodyPr/>
        <a:lstStyle/>
        <a:p>
          <a:r>
            <a:rPr lang="en-US"/>
            <a:t>Quality of reasoning </a:t>
          </a:r>
        </a:p>
      </dgm:t>
    </dgm:pt>
    <dgm:pt modelId="{0C67EEE5-AE23-41D0-BA9F-7209F90AC7B3}" type="parTrans" cxnId="{72C89DC9-B9FC-4321-A96C-82B12429D610}">
      <dgm:prSet/>
      <dgm:spPr/>
      <dgm:t>
        <a:bodyPr/>
        <a:lstStyle/>
        <a:p>
          <a:endParaRPr lang="en-US"/>
        </a:p>
      </dgm:t>
    </dgm:pt>
    <dgm:pt modelId="{F93D88CB-E834-4AE8-9DE2-02256DD81BA4}" type="sibTrans" cxnId="{72C89DC9-B9FC-4321-A96C-82B12429D610}">
      <dgm:prSet/>
      <dgm:spPr/>
      <dgm:t>
        <a:bodyPr/>
        <a:lstStyle/>
        <a:p>
          <a:endParaRPr lang="en-US"/>
        </a:p>
      </dgm:t>
    </dgm:pt>
    <dgm:pt modelId="{73046408-43FA-4870-83EF-25F80B9AC8EF}">
      <dgm:prSet/>
      <dgm:spPr/>
      <dgm:t>
        <a:bodyPr/>
        <a:lstStyle/>
        <a:p>
          <a:r>
            <a:rPr lang="en-US"/>
            <a:t>Response time</a:t>
          </a:r>
        </a:p>
      </dgm:t>
    </dgm:pt>
    <dgm:pt modelId="{EDD208B5-ED61-4664-B7AA-8D96A5B14418}" type="parTrans" cxnId="{4186D38F-D8C7-4425-9807-FAFAF4271098}">
      <dgm:prSet/>
      <dgm:spPr/>
      <dgm:t>
        <a:bodyPr/>
        <a:lstStyle/>
        <a:p>
          <a:endParaRPr lang="en-US"/>
        </a:p>
      </dgm:t>
    </dgm:pt>
    <dgm:pt modelId="{88CBD4C8-9917-4A69-A8C6-8349C96C45FA}" type="sibTrans" cxnId="{4186D38F-D8C7-4425-9807-FAFAF4271098}">
      <dgm:prSet/>
      <dgm:spPr/>
      <dgm:t>
        <a:bodyPr/>
        <a:lstStyle/>
        <a:p>
          <a:endParaRPr lang="en-US"/>
        </a:p>
      </dgm:t>
    </dgm:pt>
    <dgm:pt modelId="{AAFC96D9-F0E7-46BC-9BA5-8E4F02A74837}" type="pres">
      <dgm:prSet presAssocID="{8820B357-8B1C-4D76-A6A8-157B642C1217}" presName="linearFlow" presStyleCnt="0">
        <dgm:presLayoutVars>
          <dgm:resizeHandles val="exact"/>
        </dgm:presLayoutVars>
      </dgm:prSet>
      <dgm:spPr/>
    </dgm:pt>
    <dgm:pt modelId="{AF532B1A-E108-4E78-AD99-496CD366646A}" type="pres">
      <dgm:prSet presAssocID="{BA59F632-F46E-493B-AD9F-F7947F239AFE}" presName="node" presStyleLbl="node1" presStyleIdx="0" presStyleCnt="5">
        <dgm:presLayoutVars>
          <dgm:bulletEnabled val="1"/>
        </dgm:presLayoutVars>
      </dgm:prSet>
      <dgm:spPr/>
    </dgm:pt>
    <dgm:pt modelId="{7000545E-772F-4FAB-8B99-625713A890A4}" type="pres">
      <dgm:prSet presAssocID="{35A26618-B932-498D-888B-A6C0535AB1CA}" presName="sibTrans" presStyleLbl="sibTrans2D1" presStyleIdx="0" presStyleCnt="4"/>
      <dgm:spPr/>
    </dgm:pt>
    <dgm:pt modelId="{A18697B1-1E55-45FD-8ED4-C336BD33BF61}" type="pres">
      <dgm:prSet presAssocID="{35A26618-B932-498D-888B-A6C0535AB1CA}" presName="connectorText" presStyleLbl="sibTrans2D1" presStyleIdx="0" presStyleCnt="4"/>
      <dgm:spPr/>
    </dgm:pt>
    <dgm:pt modelId="{ADDA4D2D-2757-49C9-A773-8F54F51B956A}" type="pres">
      <dgm:prSet presAssocID="{B28D79D1-73B9-48C3-AF42-3DCAE801D8D8}" presName="node" presStyleLbl="node1" presStyleIdx="1" presStyleCnt="5">
        <dgm:presLayoutVars>
          <dgm:bulletEnabled val="1"/>
        </dgm:presLayoutVars>
      </dgm:prSet>
      <dgm:spPr/>
    </dgm:pt>
    <dgm:pt modelId="{6BAA1AC9-1A88-44A6-BCF5-40D978E12909}" type="pres">
      <dgm:prSet presAssocID="{94928BC3-1ECA-4D99-A31A-E65CC2043551}" presName="sibTrans" presStyleLbl="sibTrans2D1" presStyleIdx="1" presStyleCnt="4"/>
      <dgm:spPr/>
    </dgm:pt>
    <dgm:pt modelId="{C5BE9380-413F-4896-9447-1A1973F1B69E}" type="pres">
      <dgm:prSet presAssocID="{94928BC3-1ECA-4D99-A31A-E65CC2043551}" presName="connectorText" presStyleLbl="sibTrans2D1" presStyleIdx="1" presStyleCnt="4"/>
      <dgm:spPr/>
    </dgm:pt>
    <dgm:pt modelId="{D6607853-FC7E-4D28-9433-1E31679DCBEF}" type="pres">
      <dgm:prSet presAssocID="{ED892629-F77A-42DB-BC44-D9FFB35C759D}" presName="node" presStyleLbl="node1" presStyleIdx="2" presStyleCnt="5">
        <dgm:presLayoutVars>
          <dgm:bulletEnabled val="1"/>
        </dgm:presLayoutVars>
      </dgm:prSet>
      <dgm:spPr/>
    </dgm:pt>
    <dgm:pt modelId="{C1D456F8-5671-408A-9128-E67E972D54C2}" type="pres">
      <dgm:prSet presAssocID="{C0511932-7E6F-4B47-9EE5-3D9601FCFB75}" presName="sibTrans" presStyleLbl="sibTrans2D1" presStyleIdx="2" presStyleCnt="4"/>
      <dgm:spPr/>
    </dgm:pt>
    <dgm:pt modelId="{FEFDDBA6-5452-4A62-B3A6-A482888545E6}" type="pres">
      <dgm:prSet presAssocID="{C0511932-7E6F-4B47-9EE5-3D9601FCFB75}" presName="connectorText" presStyleLbl="sibTrans2D1" presStyleIdx="2" presStyleCnt="4"/>
      <dgm:spPr/>
    </dgm:pt>
    <dgm:pt modelId="{E46B9A51-2B2A-4537-B2A9-8196087983F3}" type="pres">
      <dgm:prSet presAssocID="{4EC7D5DA-6A17-418C-994E-AC9CDA61329A}" presName="node" presStyleLbl="node1" presStyleIdx="3" presStyleCnt="5">
        <dgm:presLayoutVars>
          <dgm:bulletEnabled val="1"/>
        </dgm:presLayoutVars>
      </dgm:prSet>
      <dgm:spPr/>
    </dgm:pt>
    <dgm:pt modelId="{FB93D380-884A-4D1E-9039-424DDE3E04B6}" type="pres">
      <dgm:prSet presAssocID="{F93D88CB-E834-4AE8-9DE2-02256DD81BA4}" presName="sibTrans" presStyleLbl="sibTrans2D1" presStyleIdx="3" presStyleCnt="4"/>
      <dgm:spPr/>
    </dgm:pt>
    <dgm:pt modelId="{4CD076B4-16A4-4CF6-9B53-9B131CF2CD13}" type="pres">
      <dgm:prSet presAssocID="{F93D88CB-E834-4AE8-9DE2-02256DD81BA4}" presName="connectorText" presStyleLbl="sibTrans2D1" presStyleIdx="3" presStyleCnt="4"/>
      <dgm:spPr/>
    </dgm:pt>
    <dgm:pt modelId="{3FE433A2-2E1C-4F71-8A66-14B7D7F4FDBA}" type="pres">
      <dgm:prSet presAssocID="{73046408-43FA-4870-83EF-25F80B9AC8EF}" presName="node" presStyleLbl="node1" presStyleIdx="4" presStyleCnt="5">
        <dgm:presLayoutVars>
          <dgm:bulletEnabled val="1"/>
        </dgm:presLayoutVars>
      </dgm:prSet>
      <dgm:spPr/>
    </dgm:pt>
  </dgm:ptLst>
  <dgm:cxnLst>
    <dgm:cxn modelId="{2E3FF805-E2F0-4785-ACF5-EF23E468D069}" srcId="{8820B357-8B1C-4D76-A6A8-157B642C1217}" destId="{B28D79D1-73B9-48C3-AF42-3DCAE801D8D8}" srcOrd="1" destOrd="0" parTransId="{2B100532-ABF1-4E56-AE31-D69CC7006117}" sibTransId="{94928BC3-1ECA-4D99-A31A-E65CC2043551}"/>
    <dgm:cxn modelId="{3C27210A-7548-4CC2-BB7A-E9E93EF55AD4}" type="presOf" srcId="{F93D88CB-E834-4AE8-9DE2-02256DD81BA4}" destId="{4CD076B4-16A4-4CF6-9B53-9B131CF2CD13}" srcOrd="1" destOrd="0" presId="urn:microsoft.com/office/officeart/2005/8/layout/process2"/>
    <dgm:cxn modelId="{4FA2BE12-CEF3-4817-A490-2194AD5AF7CC}" type="presOf" srcId="{B28D79D1-73B9-48C3-AF42-3DCAE801D8D8}" destId="{ADDA4D2D-2757-49C9-A773-8F54F51B956A}" srcOrd="0" destOrd="0" presId="urn:microsoft.com/office/officeart/2005/8/layout/process2"/>
    <dgm:cxn modelId="{FDD63B17-BFB2-43BC-8140-D3EC50A0E30E}" type="presOf" srcId="{4EC7D5DA-6A17-418C-994E-AC9CDA61329A}" destId="{E46B9A51-2B2A-4537-B2A9-8196087983F3}" srcOrd="0" destOrd="0" presId="urn:microsoft.com/office/officeart/2005/8/layout/process2"/>
    <dgm:cxn modelId="{93C36820-76E3-42C6-ABB6-23F031FE6357}" srcId="{8820B357-8B1C-4D76-A6A8-157B642C1217}" destId="{BA59F632-F46E-493B-AD9F-F7947F239AFE}" srcOrd="0" destOrd="0" parTransId="{09A1C37A-AE42-4C9B-B36A-6067A37B72F9}" sibTransId="{35A26618-B932-498D-888B-A6C0535AB1CA}"/>
    <dgm:cxn modelId="{F2B72331-EF0A-4A59-8C6C-63266159794C}" type="presOf" srcId="{94928BC3-1ECA-4D99-A31A-E65CC2043551}" destId="{C5BE9380-413F-4896-9447-1A1973F1B69E}" srcOrd="1" destOrd="0" presId="urn:microsoft.com/office/officeart/2005/8/layout/process2"/>
    <dgm:cxn modelId="{49174039-849C-4BEF-BFD7-F3A941B0992B}" type="presOf" srcId="{94928BC3-1ECA-4D99-A31A-E65CC2043551}" destId="{6BAA1AC9-1A88-44A6-BCF5-40D978E12909}" srcOrd="0" destOrd="0" presId="urn:microsoft.com/office/officeart/2005/8/layout/process2"/>
    <dgm:cxn modelId="{BA15323F-619C-4974-AA50-5F609529ED73}" srcId="{8820B357-8B1C-4D76-A6A8-157B642C1217}" destId="{ED892629-F77A-42DB-BC44-D9FFB35C759D}" srcOrd="2" destOrd="0" parTransId="{E0A0414B-CE2C-452F-BA52-3879635CC6C2}" sibTransId="{C0511932-7E6F-4B47-9EE5-3D9601FCFB75}"/>
    <dgm:cxn modelId="{B26F8373-B8F6-460C-9AD1-706BEAA6FD75}" type="presOf" srcId="{73046408-43FA-4870-83EF-25F80B9AC8EF}" destId="{3FE433A2-2E1C-4F71-8A66-14B7D7F4FDBA}" srcOrd="0" destOrd="0" presId="urn:microsoft.com/office/officeart/2005/8/layout/process2"/>
    <dgm:cxn modelId="{28813D76-789E-4826-8B83-6DCF60BB0319}" type="presOf" srcId="{C0511932-7E6F-4B47-9EE5-3D9601FCFB75}" destId="{FEFDDBA6-5452-4A62-B3A6-A482888545E6}" srcOrd="1" destOrd="0" presId="urn:microsoft.com/office/officeart/2005/8/layout/process2"/>
    <dgm:cxn modelId="{F764405A-BA84-4587-9797-7AD9B9881DD6}" type="presOf" srcId="{BA59F632-F46E-493B-AD9F-F7947F239AFE}" destId="{AF532B1A-E108-4E78-AD99-496CD366646A}" srcOrd="0" destOrd="0" presId="urn:microsoft.com/office/officeart/2005/8/layout/process2"/>
    <dgm:cxn modelId="{8330157C-2E0C-45AA-8425-3FCE8D866B07}" type="presOf" srcId="{ED892629-F77A-42DB-BC44-D9FFB35C759D}" destId="{D6607853-FC7E-4D28-9433-1E31679DCBEF}" srcOrd="0" destOrd="0" presId="urn:microsoft.com/office/officeart/2005/8/layout/process2"/>
    <dgm:cxn modelId="{4186D38F-D8C7-4425-9807-FAFAF4271098}" srcId="{8820B357-8B1C-4D76-A6A8-157B642C1217}" destId="{73046408-43FA-4870-83EF-25F80B9AC8EF}" srcOrd="4" destOrd="0" parTransId="{EDD208B5-ED61-4664-B7AA-8D96A5B14418}" sibTransId="{88CBD4C8-9917-4A69-A8C6-8349C96C45FA}"/>
    <dgm:cxn modelId="{8FE36D98-6E50-4935-BB72-D03D73394337}" type="presOf" srcId="{C0511932-7E6F-4B47-9EE5-3D9601FCFB75}" destId="{C1D456F8-5671-408A-9128-E67E972D54C2}" srcOrd="0" destOrd="0" presId="urn:microsoft.com/office/officeart/2005/8/layout/process2"/>
    <dgm:cxn modelId="{DB0B4AB7-8435-460B-94B2-AFB4EEE8B2C6}" type="presOf" srcId="{8820B357-8B1C-4D76-A6A8-157B642C1217}" destId="{AAFC96D9-F0E7-46BC-9BA5-8E4F02A74837}" srcOrd="0" destOrd="0" presId="urn:microsoft.com/office/officeart/2005/8/layout/process2"/>
    <dgm:cxn modelId="{72C89DC9-B9FC-4321-A96C-82B12429D610}" srcId="{8820B357-8B1C-4D76-A6A8-157B642C1217}" destId="{4EC7D5DA-6A17-418C-994E-AC9CDA61329A}" srcOrd="3" destOrd="0" parTransId="{0C67EEE5-AE23-41D0-BA9F-7209F90AC7B3}" sibTransId="{F93D88CB-E834-4AE8-9DE2-02256DD81BA4}"/>
    <dgm:cxn modelId="{D297CED4-F653-43C3-A2C1-941878C70A75}" type="presOf" srcId="{F93D88CB-E834-4AE8-9DE2-02256DD81BA4}" destId="{FB93D380-884A-4D1E-9039-424DDE3E04B6}" srcOrd="0" destOrd="0" presId="urn:microsoft.com/office/officeart/2005/8/layout/process2"/>
    <dgm:cxn modelId="{FC07B7E6-30DF-4032-A599-86089CFA8924}" type="presOf" srcId="{35A26618-B932-498D-888B-A6C0535AB1CA}" destId="{7000545E-772F-4FAB-8B99-625713A890A4}" srcOrd="0" destOrd="0" presId="urn:microsoft.com/office/officeart/2005/8/layout/process2"/>
    <dgm:cxn modelId="{BE337EFE-BF4A-47A8-8D45-4B3AC8979057}" type="presOf" srcId="{35A26618-B932-498D-888B-A6C0535AB1CA}" destId="{A18697B1-1E55-45FD-8ED4-C336BD33BF61}" srcOrd="1" destOrd="0" presId="urn:microsoft.com/office/officeart/2005/8/layout/process2"/>
    <dgm:cxn modelId="{2F434C20-7EF3-4304-9CBD-C5493A36D6E0}" type="presParOf" srcId="{AAFC96D9-F0E7-46BC-9BA5-8E4F02A74837}" destId="{AF532B1A-E108-4E78-AD99-496CD366646A}" srcOrd="0" destOrd="0" presId="urn:microsoft.com/office/officeart/2005/8/layout/process2"/>
    <dgm:cxn modelId="{426D614D-AC5D-4666-B097-F561732CE7E4}" type="presParOf" srcId="{AAFC96D9-F0E7-46BC-9BA5-8E4F02A74837}" destId="{7000545E-772F-4FAB-8B99-625713A890A4}" srcOrd="1" destOrd="0" presId="urn:microsoft.com/office/officeart/2005/8/layout/process2"/>
    <dgm:cxn modelId="{6A734790-D57B-4028-A08F-6F1A4A96D889}" type="presParOf" srcId="{7000545E-772F-4FAB-8B99-625713A890A4}" destId="{A18697B1-1E55-45FD-8ED4-C336BD33BF61}" srcOrd="0" destOrd="0" presId="urn:microsoft.com/office/officeart/2005/8/layout/process2"/>
    <dgm:cxn modelId="{B9EEB97C-602F-43F2-A578-0F9ECFEAC149}" type="presParOf" srcId="{AAFC96D9-F0E7-46BC-9BA5-8E4F02A74837}" destId="{ADDA4D2D-2757-49C9-A773-8F54F51B956A}" srcOrd="2" destOrd="0" presId="urn:microsoft.com/office/officeart/2005/8/layout/process2"/>
    <dgm:cxn modelId="{76D7D760-E88E-44BE-87B7-A89397FAF63E}" type="presParOf" srcId="{AAFC96D9-F0E7-46BC-9BA5-8E4F02A74837}" destId="{6BAA1AC9-1A88-44A6-BCF5-40D978E12909}" srcOrd="3" destOrd="0" presId="urn:microsoft.com/office/officeart/2005/8/layout/process2"/>
    <dgm:cxn modelId="{EA4B5881-BB49-476D-82E0-FEBF728AB231}" type="presParOf" srcId="{6BAA1AC9-1A88-44A6-BCF5-40D978E12909}" destId="{C5BE9380-413F-4896-9447-1A1973F1B69E}" srcOrd="0" destOrd="0" presId="urn:microsoft.com/office/officeart/2005/8/layout/process2"/>
    <dgm:cxn modelId="{46C7B9D1-524F-490C-A4B1-46BDB89BE156}" type="presParOf" srcId="{AAFC96D9-F0E7-46BC-9BA5-8E4F02A74837}" destId="{D6607853-FC7E-4D28-9433-1E31679DCBEF}" srcOrd="4" destOrd="0" presId="urn:microsoft.com/office/officeart/2005/8/layout/process2"/>
    <dgm:cxn modelId="{4182D253-ABF8-4DDE-ADA2-F1D418354EC7}" type="presParOf" srcId="{AAFC96D9-F0E7-46BC-9BA5-8E4F02A74837}" destId="{C1D456F8-5671-408A-9128-E67E972D54C2}" srcOrd="5" destOrd="0" presId="urn:microsoft.com/office/officeart/2005/8/layout/process2"/>
    <dgm:cxn modelId="{ECB87628-0D43-461F-9A3E-C3EDBFE65F23}" type="presParOf" srcId="{C1D456F8-5671-408A-9128-E67E972D54C2}" destId="{FEFDDBA6-5452-4A62-B3A6-A482888545E6}" srcOrd="0" destOrd="0" presId="urn:microsoft.com/office/officeart/2005/8/layout/process2"/>
    <dgm:cxn modelId="{BC691ADB-37A2-4E87-A09C-46EA3DFE1E29}" type="presParOf" srcId="{AAFC96D9-F0E7-46BC-9BA5-8E4F02A74837}" destId="{E46B9A51-2B2A-4537-B2A9-8196087983F3}" srcOrd="6" destOrd="0" presId="urn:microsoft.com/office/officeart/2005/8/layout/process2"/>
    <dgm:cxn modelId="{10DCC779-38DB-4AD6-B366-8A28DED034ED}" type="presParOf" srcId="{AAFC96D9-F0E7-46BC-9BA5-8E4F02A74837}" destId="{FB93D380-884A-4D1E-9039-424DDE3E04B6}" srcOrd="7" destOrd="0" presId="urn:microsoft.com/office/officeart/2005/8/layout/process2"/>
    <dgm:cxn modelId="{5A20B90D-F794-4238-8EF5-642890B05354}" type="presParOf" srcId="{FB93D380-884A-4D1E-9039-424DDE3E04B6}" destId="{4CD076B4-16A4-4CF6-9B53-9B131CF2CD13}" srcOrd="0" destOrd="0" presId="urn:microsoft.com/office/officeart/2005/8/layout/process2"/>
    <dgm:cxn modelId="{0960A5CF-E877-46D7-A6E5-F3D473C5451F}" type="presParOf" srcId="{AAFC96D9-F0E7-46BC-9BA5-8E4F02A74837}" destId="{3FE433A2-2E1C-4F71-8A66-14B7D7F4FDBA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DE423FA-03B8-484C-89E7-69CF13A97E85}" type="doc">
      <dgm:prSet loTypeId="urn:microsoft.com/office/officeart/2005/8/layout/process2" loCatId="process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F6646B9-59B6-47ED-A6E4-00072150F176}">
      <dgm:prSet/>
      <dgm:spPr/>
      <dgm:t>
        <a:bodyPr/>
        <a:lstStyle/>
        <a:p>
          <a:r>
            <a:rPr lang="en-US"/>
            <a:t>Dataset used: </a:t>
          </a:r>
          <a:r>
            <a:rPr lang="en-US" b="1"/>
            <a:t>HumanEval</a:t>
          </a:r>
          <a:endParaRPr lang="en-US"/>
        </a:p>
      </dgm:t>
    </dgm:pt>
    <dgm:pt modelId="{122B9CFE-98C8-4390-8615-CCB4CAB4E9FB}" type="parTrans" cxnId="{BBD2DC8A-74AE-43F1-9466-EFD133374429}">
      <dgm:prSet/>
      <dgm:spPr/>
      <dgm:t>
        <a:bodyPr/>
        <a:lstStyle/>
        <a:p>
          <a:endParaRPr lang="en-US"/>
        </a:p>
      </dgm:t>
    </dgm:pt>
    <dgm:pt modelId="{3793091F-54C6-4193-B73E-FF8BE43678BC}" type="sibTrans" cxnId="{BBD2DC8A-74AE-43F1-9466-EFD133374429}">
      <dgm:prSet/>
      <dgm:spPr/>
      <dgm:t>
        <a:bodyPr/>
        <a:lstStyle/>
        <a:p>
          <a:endParaRPr lang="en-US"/>
        </a:p>
      </dgm:t>
    </dgm:pt>
    <dgm:pt modelId="{E8CFC2E6-574D-49C5-82DD-D9E245224933}">
      <dgm:prSet/>
      <dgm:spPr/>
      <dgm:t>
        <a:bodyPr/>
        <a:lstStyle/>
        <a:p>
          <a:r>
            <a:rPr lang="en-US"/>
            <a:t>25 Python coding problems were given to each model. Code responses were tested in </a:t>
          </a:r>
          <a:r>
            <a:rPr lang="en-US" b="1"/>
            <a:t>Google Colab</a:t>
          </a:r>
          <a:r>
            <a:rPr lang="en-US"/>
            <a:t> to verify whether the code ran successfully.</a:t>
          </a:r>
        </a:p>
      </dgm:t>
    </dgm:pt>
    <dgm:pt modelId="{6C5E6F24-582B-4275-A104-0120044565B2}" type="parTrans" cxnId="{CC3C6356-B5E1-470B-AF6A-848D66685CC8}">
      <dgm:prSet/>
      <dgm:spPr/>
      <dgm:t>
        <a:bodyPr/>
        <a:lstStyle/>
        <a:p>
          <a:endParaRPr lang="en-US"/>
        </a:p>
      </dgm:t>
    </dgm:pt>
    <dgm:pt modelId="{BE3EC866-5051-4E08-9E40-53CBF6B45943}" type="sibTrans" cxnId="{CC3C6356-B5E1-470B-AF6A-848D66685CC8}">
      <dgm:prSet/>
      <dgm:spPr/>
      <dgm:t>
        <a:bodyPr/>
        <a:lstStyle/>
        <a:p>
          <a:endParaRPr lang="en-US"/>
        </a:p>
      </dgm:t>
    </dgm:pt>
    <dgm:pt modelId="{77F6C62A-9184-4FEF-9200-A91F0301959A}">
      <dgm:prSet/>
      <dgm:spPr/>
      <dgm:t>
        <a:bodyPr/>
        <a:lstStyle/>
        <a:p>
          <a:r>
            <a:rPr lang="en-US"/>
            <a:t>Evaluation criteria:</a:t>
          </a:r>
        </a:p>
      </dgm:t>
    </dgm:pt>
    <dgm:pt modelId="{B51A6C6D-CB68-4CFA-A1EC-783F34B991C3}" type="parTrans" cxnId="{31B19174-B102-4E22-84A6-70C6AAD3C919}">
      <dgm:prSet/>
      <dgm:spPr/>
      <dgm:t>
        <a:bodyPr/>
        <a:lstStyle/>
        <a:p>
          <a:endParaRPr lang="en-US"/>
        </a:p>
      </dgm:t>
    </dgm:pt>
    <dgm:pt modelId="{586D4039-32DB-4C02-867F-F579F0BA3170}" type="sibTrans" cxnId="{31B19174-B102-4E22-84A6-70C6AAD3C919}">
      <dgm:prSet/>
      <dgm:spPr/>
      <dgm:t>
        <a:bodyPr/>
        <a:lstStyle/>
        <a:p>
          <a:endParaRPr lang="en-US"/>
        </a:p>
      </dgm:t>
    </dgm:pt>
    <dgm:pt modelId="{98FCB5FE-9EDD-4815-956D-559C87803915}">
      <dgm:prSet/>
      <dgm:spPr/>
      <dgm:t>
        <a:bodyPr/>
        <a:lstStyle/>
        <a:p>
          <a:r>
            <a:rPr lang="en-US"/>
            <a:t>Code correctness </a:t>
          </a:r>
        </a:p>
      </dgm:t>
    </dgm:pt>
    <dgm:pt modelId="{B39F3F2B-F6BF-42BE-840B-F29765D443AA}" type="parTrans" cxnId="{D63406C7-1556-41D1-AA03-D916AC2ED038}">
      <dgm:prSet/>
      <dgm:spPr/>
      <dgm:t>
        <a:bodyPr/>
        <a:lstStyle/>
        <a:p>
          <a:endParaRPr lang="en-US"/>
        </a:p>
      </dgm:t>
    </dgm:pt>
    <dgm:pt modelId="{183397FF-7A8D-4591-BF76-7F62B69B8518}" type="sibTrans" cxnId="{D63406C7-1556-41D1-AA03-D916AC2ED038}">
      <dgm:prSet/>
      <dgm:spPr/>
      <dgm:t>
        <a:bodyPr/>
        <a:lstStyle/>
        <a:p>
          <a:endParaRPr lang="en-US"/>
        </a:p>
      </dgm:t>
    </dgm:pt>
    <dgm:pt modelId="{DA2A7DFD-6492-43F7-A0B2-D67626E47A36}">
      <dgm:prSet/>
      <dgm:spPr/>
      <dgm:t>
        <a:bodyPr/>
        <a:lstStyle/>
        <a:p>
          <a:r>
            <a:rPr lang="en-US"/>
            <a:t>Execution success </a:t>
          </a:r>
        </a:p>
      </dgm:t>
    </dgm:pt>
    <dgm:pt modelId="{FF2C1583-BFDB-4649-BEE0-CC0781AF794C}" type="parTrans" cxnId="{46AD0C80-AEF5-44BA-B9B0-FB120C890CE6}">
      <dgm:prSet/>
      <dgm:spPr/>
      <dgm:t>
        <a:bodyPr/>
        <a:lstStyle/>
        <a:p>
          <a:endParaRPr lang="en-US"/>
        </a:p>
      </dgm:t>
    </dgm:pt>
    <dgm:pt modelId="{CF5861A7-C535-4E71-8F6D-B506AD8878FC}" type="sibTrans" cxnId="{46AD0C80-AEF5-44BA-B9B0-FB120C890CE6}">
      <dgm:prSet/>
      <dgm:spPr/>
      <dgm:t>
        <a:bodyPr/>
        <a:lstStyle/>
        <a:p>
          <a:endParaRPr lang="en-US"/>
        </a:p>
      </dgm:t>
    </dgm:pt>
    <dgm:pt modelId="{52AD5EE7-CF4E-4D72-82A4-7AB9F71F367F}">
      <dgm:prSet/>
      <dgm:spPr/>
      <dgm:t>
        <a:bodyPr/>
        <a:lstStyle/>
        <a:p>
          <a:r>
            <a:rPr lang="en-US"/>
            <a:t>Code clarity</a:t>
          </a:r>
        </a:p>
      </dgm:t>
    </dgm:pt>
    <dgm:pt modelId="{4F421E77-72F0-4D01-A3CC-E491DAA4243C}" type="parTrans" cxnId="{F59FEEFC-4C6C-475F-91CD-274C53381682}">
      <dgm:prSet/>
      <dgm:spPr/>
      <dgm:t>
        <a:bodyPr/>
        <a:lstStyle/>
        <a:p>
          <a:endParaRPr lang="en-US"/>
        </a:p>
      </dgm:t>
    </dgm:pt>
    <dgm:pt modelId="{43BD6D6D-8E3F-489B-8683-F83C9248D9E5}" type="sibTrans" cxnId="{F59FEEFC-4C6C-475F-91CD-274C53381682}">
      <dgm:prSet/>
      <dgm:spPr/>
      <dgm:t>
        <a:bodyPr/>
        <a:lstStyle/>
        <a:p>
          <a:endParaRPr lang="en-US"/>
        </a:p>
      </dgm:t>
    </dgm:pt>
    <dgm:pt modelId="{74A1B846-88FB-468C-940C-BFB78922F831}" type="pres">
      <dgm:prSet presAssocID="{0DE423FA-03B8-484C-89E7-69CF13A97E85}" presName="linearFlow" presStyleCnt="0">
        <dgm:presLayoutVars>
          <dgm:resizeHandles val="exact"/>
        </dgm:presLayoutVars>
      </dgm:prSet>
      <dgm:spPr/>
    </dgm:pt>
    <dgm:pt modelId="{BE7BA2A7-7A88-48B3-BE04-1B97E3BD1E18}" type="pres">
      <dgm:prSet presAssocID="{EF6646B9-59B6-47ED-A6E4-00072150F176}" presName="node" presStyleLbl="node1" presStyleIdx="0" presStyleCnt="6">
        <dgm:presLayoutVars>
          <dgm:bulletEnabled val="1"/>
        </dgm:presLayoutVars>
      </dgm:prSet>
      <dgm:spPr/>
    </dgm:pt>
    <dgm:pt modelId="{CDFA0D52-E1BD-4767-B297-FA6EAA944862}" type="pres">
      <dgm:prSet presAssocID="{3793091F-54C6-4193-B73E-FF8BE43678BC}" presName="sibTrans" presStyleLbl="sibTrans2D1" presStyleIdx="0" presStyleCnt="5"/>
      <dgm:spPr/>
    </dgm:pt>
    <dgm:pt modelId="{01AA7DD0-84BD-4AAD-8268-B29DF1CB26C3}" type="pres">
      <dgm:prSet presAssocID="{3793091F-54C6-4193-B73E-FF8BE43678BC}" presName="connectorText" presStyleLbl="sibTrans2D1" presStyleIdx="0" presStyleCnt="5"/>
      <dgm:spPr/>
    </dgm:pt>
    <dgm:pt modelId="{3F78B993-4803-42EF-A915-DAA5641DF3C0}" type="pres">
      <dgm:prSet presAssocID="{E8CFC2E6-574D-49C5-82DD-D9E245224933}" presName="node" presStyleLbl="node1" presStyleIdx="1" presStyleCnt="6">
        <dgm:presLayoutVars>
          <dgm:bulletEnabled val="1"/>
        </dgm:presLayoutVars>
      </dgm:prSet>
      <dgm:spPr/>
    </dgm:pt>
    <dgm:pt modelId="{9C645D32-962A-4053-A199-9E9ACD827A12}" type="pres">
      <dgm:prSet presAssocID="{BE3EC866-5051-4E08-9E40-53CBF6B45943}" presName="sibTrans" presStyleLbl="sibTrans2D1" presStyleIdx="1" presStyleCnt="5"/>
      <dgm:spPr/>
    </dgm:pt>
    <dgm:pt modelId="{C2F387FD-4880-4F97-A125-84D67538431F}" type="pres">
      <dgm:prSet presAssocID="{BE3EC866-5051-4E08-9E40-53CBF6B45943}" presName="connectorText" presStyleLbl="sibTrans2D1" presStyleIdx="1" presStyleCnt="5"/>
      <dgm:spPr/>
    </dgm:pt>
    <dgm:pt modelId="{4180CED2-BE2F-4C4C-9C78-F389C55C5E15}" type="pres">
      <dgm:prSet presAssocID="{77F6C62A-9184-4FEF-9200-A91F0301959A}" presName="node" presStyleLbl="node1" presStyleIdx="2" presStyleCnt="6">
        <dgm:presLayoutVars>
          <dgm:bulletEnabled val="1"/>
        </dgm:presLayoutVars>
      </dgm:prSet>
      <dgm:spPr/>
    </dgm:pt>
    <dgm:pt modelId="{C2B7813A-0B5A-4011-A239-ECDB0868532B}" type="pres">
      <dgm:prSet presAssocID="{586D4039-32DB-4C02-867F-F579F0BA3170}" presName="sibTrans" presStyleLbl="sibTrans2D1" presStyleIdx="2" presStyleCnt="5"/>
      <dgm:spPr/>
    </dgm:pt>
    <dgm:pt modelId="{25488A75-45F6-48D5-984F-4C5A033AD36E}" type="pres">
      <dgm:prSet presAssocID="{586D4039-32DB-4C02-867F-F579F0BA3170}" presName="connectorText" presStyleLbl="sibTrans2D1" presStyleIdx="2" presStyleCnt="5"/>
      <dgm:spPr/>
    </dgm:pt>
    <dgm:pt modelId="{F8E3920C-E5D2-4DAB-BE1A-00BFC8BAD1E8}" type="pres">
      <dgm:prSet presAssocID="{98FCB5FE-9EDD-4815-956D-559C87803915}" presName="node" presStyleLbl="node1" presStyleIdx="3" presStyleCnt="6">
        <dgm:presLayoutVars>
          <dgm:bulletEnabled val="1"/>
        </dgm:presLayoutVars>
      </dgm:prSet>
      <dgm:spPr/>
    </dgm:pt>
    <dgm:pt modelId="{A980A118-7170-4EF1-8805-177B010EC6F4}" type="pres">
      <dgm:prSet presAssocID="{183397FF-7A8D-4591-BF76-7F62B69B8518}" presName="sibTrans" presStyleLbl="sibTrans2D1" presStyleIdx="3" presStyleCnt="5"/>
      <dgm:spPr/>
    </dgm:pt>
    <dgm:pt modelId="{F40DEFB6-5908-4DC4-9ABD-91DC23588EAB}" type="pres">
      <dgm:prSet presAssocID="{183397FF-7A8D-4591-BF76-7F62B69B8518}" presName="connectorText" presStyleLbl="sibTrans2D1" presStyleIdx="3" presStyleCnt="5"/>
      <dgm:spPr/>
    </dgm:pt>
    <dgm:pt modelId="{E2FCB44E-F6F6-463D-A8A1-94FAB552A8E2}" type="pres">
      <dgm:prSet presAssocID="{DA2A7DFD-6492-43F7-A0B2-D67626E47A36}" presName="node" presStyleLbl="node1" presStyleIdx="4" presStyleCnt="6">
        <dgm:presLayoutVars>
          <dgm:bulletEnabled val="1"/>
        </dgm:presLayoutVars>
      </dgm:prSet>
      <dgm:spPr/>
    </dgm:pt>
    <dgm:pt modelId="{DF3F4231-9E59-4976-AFC9-01AC4C966D65}" type="pres">
      <dgm:prSet presAssocID="{CF5861A7-C535-4E71-8F6D-B506AD8878FC}" presName="sibTrans" presStyleLbl="sibTrans2D1" presStyleIdx="4" presStyleCnt="5"/>
      <dgm:spPr/>
    </dgm:pt>
    <dgm:pt modelId="{A55D9BA2-3050-4A69-9D39-98E686AEED96}" type="pres">
      <dgm:prSet presAssocID="{CF5861A7-C535-4E71-8F6D-B506AD8878FC}" presName="connectorText" presStyleLbl="sibTrans2D1" presStyleIdx="4" presStyleCnt="5"/>
      <dgm:spPr/>
    </dgm:pt>
    <dgm:pt modelId="{ACF9FADA-C501-48C4-892A-DA02A3671EF8}" type="pres">
      <dgm:prSet presAssocID="{52AD5EE7-CF4E-4D72-82A4-7AB9F71F367F}" presName="node" presStyleLbl="node1" presStyleIdx="5" presStyleCnt="6">
        <dgm:presLayoutVars>
          <dgm:bulletEnabled val="1"/>
        </dgm:presLayoutVars>
      </dgm:prSet>
      <dgm:spPr/>
    </dgm:pt>
  </dgm:ptLst>
  <dgm:cxnLst>
    <dgm:cxn modelId="{41D58E0E-E518-4AD2-8D6C-56461A94A8C2}" type="presOf" srcId="{98FCB5FE-9EDD-4815-956D-559C87803915}" destId="{F8E3920C-E5D2-4DAB-BE1A-00BFC8BAD1E8}" srcOrd="0" destOrd="0" presId="urn:microsoft.com/office/officeart/2005/8/layout/process2"/>
    <dgm:cxn modelId="{D0681014-34BC-4D6A-9B59-ED51ECD746EC}" type="presOf" srcId="{BE3EC866-5051-4E08-9E40-53CBF6B45943}" destId="{C2F387FD-4880-4F97-A125-84D67538431F}" srcOrd="1" destOrd="0" presId="urn:microsoft.com/office/officeart/2005/8/layout/process2"/>
    <dgm:cxn modelId="{A3E5622F-CBC1-4409-A1D2-87A92DEAB4A5}" type="presOf" srcId="{586D4039-32DB-4C02-867F-F579F0BA3170}" destId="{C2B7813A-0B5A-4011-A239-ECDB0868532B}" srcOrd="0" destOrd="0" presId="urn:microsoft.com/office/officeart/2005/8/layout/process2"/>
    <dgm:cxn modelId="{8DA86B5C-9BCE-41BB-BB45-BEA42879602B}" type="presOf" srcId="{DA2A7DFD-6492-43F7-A0B2-D67626E47A36}" destId="{E2FCB44E-F6F6-463D-A8A1-94FAB552A8E2}" srcOrd="0" destOrd="0" presId="urn:microsoft.com/office/officeart/2005/8/layout/process2"/>
    <dgm:cxn modelId="{9DC74864-EDAB-46A3-94A6-7DB187FA3624}" type="presOf" srcId="{E8CFC2E6-574D-49C5-82DD-D9E245224933}" destId="{3F78B993-4803-42EF-A915-DAA5641DF3C0}" srcOrd="0" destOrd="0" presId="urn:microsoft.com/office/officeart/2005/8/layout/process2"/>
    <dgm:cxn modelId="{C2F51745-D197-488B-AA8C-7733BCD898DD}" type="presOf" srcId="{CF5861A7-C535-4E71-8F6D-B506AD8878FC}" destId="{DF3F4231-9E59-4976-AFC9-01AC4C966D65}" srcOrd="0" destOrd="0" presId="urn:microsoft.com/office/officeart/2005/8/layout/process2"/>
    <dgm:cxn modelId="{479EFE71-70C9-4ACE-BE3C-1FE39CA5CE3A}" type="presOf" srcId="{586D4039-32DB-4C02-867F-F579F0BA3170}" destId="{25488A75-45F6-48D5-984F-4C5A033AD36E}" srcOrd="1" destOrd="0" presId="urn:microsoft.com/office/officeart/2005/8/layout/process2"/>
    <dgm:cxn modelId="{31B19174-B102-4E22-84A6-70C6AAD3C919}" srcId="{0DE423FA-03B8-484C-89E7-69CF13A97E85}" destId="{77F6C62A-9184-4FEF-9200-A91F0301959A}" srcOrd="2" destOrd="0" parTransId="{B51A6C6D-CB68-4CFA-A1EC-783F34B991C3}" sibTransId="{586D4039-32DB-4C02-867F-F579F0BA3170}"/>
    <dgm:cxn modelId="{CC3C6356-B5E1-470B-AF6A-848D66685CC8}" srcId="{0DE423FA-03B8-484C-89E7-69CF13A97E85}" destId="{E8CFC2E6-574D-49C5-82DD-D9E245224933}" srcOrd="1" destOrd="0" parTransId="{6C5E6F24-582B-4275-A104-0120044565B2}" sibTransId="{BE3EC866-5051-4E08-9E40-53CBF6B45943}"/>
    <dgm:cxn modelId="{790C3358-4C6C-4223-ABCD-F9FA4E4E0071}" type="presOf" srcId="{52AD5EE7-CF4E-4D72-82A4-7AB9F71F367F}" destId="{ACF9FADA-C501-48C4-892A-DA02A3671EF8}" srcOrd="0" destOrd="0" presId="urn:microsoft.com/office/officeart/2005/8/layout/process2"/>
    <dgm:cxn modelId="{A148417D-4C84-45F0-8E53-77DEF174066B}" type="presOf" srcId="{CF5861A7-C535-4E71-8F6D-B506AD8878FC}" destId="{A55D9BA2-3050-4A69-9D39-98E686AEED96}" srcOrd="1" destOrd="0" presId="urn:microsoft.com/office/officeart/2005/8/layout/process2"/>
    <dgm:cxn modelId="{46AD0C80-AEF5-44BA-B9B0-FB120C890CE6}" srcId="{0DE423FA-03B8-484C-89E7-69CF13A97E85}" destId="{DA2A7DFD-6492-43F7-A0B2-D67626E47A36}" srcOrd="4" destOrd="0" parTransId="{FF2C1583-BFDB-4649-BEE0-CC0781AF794C}" sibTransId="{CF5861A7-C535-4E71-8F6D-B506AD8878FC}"/>
    <dgm:cxn modelId="{39C41588-4311-4306-9D33-199E071A45C1}" type="presOf" srcId="{3793091F-54C6-4193-B73E-FF8BE43678BC}" destId="{CDFA0D52-E1BD-4767-B297-FA6EAA944862}" srcOrd="0" destOrd="0" presId="urn:microsoft.com/office/officeart/2005/8/layout/process2"/>
    <dgm:cxn modelId="{BBD2DC8A-74AE-43F1-9466-EFD133374429}" srcId="{0DE423FA-03B8-484C-89E7-69CF13A97E85}" destId="{EF6646B9-59B6-47ED-A6E4-00072150F176}" srcOrd="0" destOrd="0" parTransId="{122B9CFE-98C8-4390-8615-CCB4CAB4E9FB}" sibTransId="{3793091F-54C6-4193-B73E-FF8BE43678BC}"/>
    <dgm:cxn modelId="{48A23EAC-B096-46E7-9B46-E101DDCDDDFC}" type="presOf" srcId="{77F6C62A-9184-4FEF-9200-A91F0301959A}" destId="{4180CED2-BE2F-4C4C-9C78-F389C55C5E15}" srcOrd="0" destOrd="0" presId="urn:microsoft.com/office/officeart/2005/8/layout/process2"/>
    <dgm:cxn modelId="{6E3B45AE-ABDF-49BD-A2A7-88DE6806A4A8}" type="presOf" srcId="{183397FF-7A8D-4591-BF76-7F62B69B8518}" destId="{A980A118-7170-4EF1-8805-177B010EC6F4}" srcOrd="0" destOrd="0" presId="urn:microsoft.com/office/officeart/2005/8/layout/process2"/>
    <dgm:cxn modelId="{37E92FB8-0E3A-4796-AE78-B3AB99709311}" type="presOf" srcId="{183397FF-7A8D-4591-BF76-7F62B69B8518}" destId="{F40DEFB6-5908-4DC4-9ABD-91DC23588EAB}" srcOrd="1" destOrd="0" presId="urn:microsoft.com/office/officeart/2005/8/layout/process2"/>
    <dgm:cxn modelId="{D63406C7-1556-41D1-AA03-D916AC2ED038}" srcId="{0DE423FA-03B8-484C-89E7-69CF13A97E85}" destId="{98FCB5FE-9EDD-4815-956D-559C87803915}" srcOrd="3" destOrd="0" parTransId="{B39F3F2B-F6BF-42BE-840B-F29765D443AA}" sibTransId="{183397FF-7A8D-4591-BF76-7F62B69B8518}"/>
    <dgm:cxn modelId="{6F72A1CD-FD1D-4A81-92C4-F270A5BCD075}" type="presOf" srcId="{BE3EC866-5051-4E08-9E40-53CBF6B45943}" destId="{9C645D32-962A-4053-A199-9E9ACD827A12}" srcOrd="0" destOrd="0" presId="urn:microsoft.com/office/officeart/2005/8/layout/process2"/>
    <dgm:cxn modelId="{17ACFEDB-0178-48BE-8E01-65AEB8C15FBB}" type="presOf" srcId="{EF6646B9-59B6-47ED-A6E4-00072150F176}" destId="{BE7BA2A7-7A88-48B3-BE04-1B97E3BD1E18}" srcOrd="0" destOrd="0" presId="urn:microsoft.com/office/officeart/2005/8/layout/process2"/>
    <dgm:cxn modelId="{074C74E8-F77F-455D-9C0E-BCF37B93F84C}" type="presOf" srcId="{3793091F-54C6-4193-B73E-FF8BE43678BC}" destId="{01AA7DD0-84BD-4AAD-8268-B29DF1CB26C3}" srcOrd="1" destOrd="0" presId="urn:microsoft.com/office/officeart/2005/8/layout/process2"/>
    <dgm:cxn modelId="{C6EDB5EA-E7D2-4F37-B0EA-6A96BD05F3ED}" type="presOf" srcId="{0DE423FA-03B8-484C-89E7-69CF13A97E85}" destId="{74A1B846-88FB-468C-940C-BFB78922F831}" srcOrd="0" destOrd="0" presId="urn:microsoft.com/office/officeart/2005/8/layout/process2"/>
    <dgm:cxn modelId="{F59FEEFC-4C6C-475F-91CD-274C53381682}" srcId="{0DE423FA-03B8-484C-89E7-69CF13A97E85}" destId="{52AD5EE7-CF4E-4D72-82A4-7AB9F71F367F}" srcOrd="5" destOrd="0" parTransId="{4F421E77-72F0-4D01-A3CC-E491DAA4243C}" sibTransId="{43BD6D6D-8E3F-489B-8683-F83C9248D9E5}"/>
    <dgm:cxn modelId="{65D3D3BF-07A5-4F6F-969D-1525166B04E2}" type="presParOf" srcId="{74A1B846-88FB-468C-940C-BFB78922F831}" destId="{BE7BA2A7-7A88-48B3-BE04-1B97E3BD1E18}" srcOrd="0" destOrd="0" presId="urn:microsoft.com/office/officeart/2005/8/layout/process2"/>
    <dgm:cxn modelId="{99D93656-5B67-4BFD-80C1-972E22F276AD}" type="presParOf" srcId="{74A1B846-88FB-468C-940C-BFB78922F831}" destId="{CDFA0D52-E1BD-4767-B297-FA6EAA944862}" srcOrd="1" destOrd="0" presId="urn:microsoft.com/office/officeart/2005/8/layout/process2"/>
    <dgm:cxn modelId="{8F6649F5-2F69-4BA0-A78E-5C4764A7E32C}" type="presParOf" srcId="{CDFA0D52-E1BD-4767-B297-FA6EAA944862}" destId="{01AA7DD0-84BD-4AAD-8268-B29DF1CB26C3}" srcOrd="0" destOrd="0" presId="urn:microsoft.com/office/officeart/2005/8/layout/process2"/>
    <dgm:cxn modelId="{4D48A3AB-55EB-4A16-BC0C-BBFF202D2D9A}" type="presParOf" srcId="{74A1B846-88FB-468C-940C-BFB78922F831}" destId="{3F78B993-4803-42EF-A915-DAA5641DF3C0}" srcOrd="2" destOrd="0" presId="urn:microsoft.com/office/officeart/2005/8/layout/process2"/>
    <dgm:cxn modelId="{D5114547-2B85-4231-9AD0-C5F267F89DD1}" type="presParOf" srcId="{74A1B846-88FB-468C-940C-BFB78922F831}" destId="{9C645D32-962A-4053-A199-9E9ACD827A12}" srcOrd="3" destOrd="0" presId="urn:microsoft.com/office/officeart/2005/8/layout/process2"/>
    <dgm:cxn modelId="{2A7376E5-FB36-4797-BE84-59E63A5DA408}" type="presParOf" srcId="{9C645D32-962A-4053-A199-9E9ACD827A12}" destId="{C2F387FD-4880-4F97-A125-84D67538431F}" srcOrd="0" destOrd="0" presId="urn:microsoft.com/office/officeart/2005/8/layout/process2"/>
    <dgm:cxn modelId="{59A0DBBD-08EA-4326-9B7D-947F89F0659F}" type="presParOf" srcId="{74A1B846-88FB-468C-940C-BFB78922F831}" destId="{4180CED2-BE2F-4C4C-9C78-F389C55C5E15}" srcOrd="4" destOrd="0" presId="urn:microsoft.com/office/officeart/2005/8/layout/process2"/>
    <dgm:cxn modelId="{71DCA489-82D9-4B93-B59C-E5D4DC228D2D}" type="presParOf" srcId="{74A1B846-88FB-468C-940C-BFB78922F831}" destId="{C2B7813A-0B5A-4011-A239-ECDB0868532B}" srcOrd="5" destOrd="0" presId="urn:microsoft.com/office/officeart/2005/8/layout/process2"/>
    <dgm:cxn modelId="{6BE42D03-0CDD-45C8-9E60-2713EFF59C8C}" type="presParOf" srcId="{C2B7813A-0B5A-4011-A239-ECDB0868532B}" destId="{25488A75-45F6-48D5-984F-4C5A033AD36E}" srcOrd="0" destOrd="0" presId="urn:microsoft.com/office/officeart/2005/8/layout/process2"/>
    <dgm:cxn modelId="{B95F7E3E-595C-4BE4-9274-7F1EEDCC0BF7}" type="presParOf" srcId="{74A1B846-88FB-468C-940C-BFB78922F831}" destId="{F8E3920C-E5D2-4DAB-BE1A-00BFC8BAD1E8}" srcOrd="6" destOrd="0" presId="urn:microsoft.com/office/officeart/2005/8/layout/process2"/>
    <dgm:cxn modelId="{64090297-149F-4F48-B359-48B4D4ED4F2F}" type="presParOf" srcId="{74A1B846-88FB-468C-940C-BFB78922F831}" destId="{A980A118-7170-4EF1-8805-177B010EC6F4}" srcOrd="7" destOrd="0" presId="urn:microsoft.com/office/officeart/2005/8/layout/process2"/>
    <dgm:cxn modelId="{54C17C31-69E8-4593-A143-066B22E66B99}" type="presParOf" srcId="{A980A118-7170-4EF1-8805-177B010EC6F4}" destId="{F40DEFB6-5908-4DC4-9ABD-91DC23588EAB}" srcOrd="0" destOrd="0" presId="urn:microsoft.com/office/officeart/2005/8/layout/process2"/>
    <dgm:cxn modelId="{7F61ABEC-F2A7-4D59-82B1-5EA6A6221673}" type="presParOf" srcId="{74A1B846-88FB-468C-940C-BFB78922F831}" destId="{E2FCB44E-F6F6-463D-A8A1-94FAB552A8E2}" srcOrd="8" destOrd="0" presId="urn:microsoft.com/office/officeart/2005/8/layout/process2"/>
    <dgm:cxn modelId="{989BB9C7-E128-42DB-BA79-DC6C79472A0D}" type="presParOf" srcId="{74A1B846-88FB-468C-940C-BFB78922F831}" destId="{DF3F4231-9E59-4976-AFC9-01AC4C966D65}" srcOrd="9" destOrd="0" presId="urn:microsoft.com/office/officeart/2005/8/layout/process2"/>
    <dgm:cxn modelId="{815A776A-8F3A-4CDE-9F60-F1123CA51242}" type="presParOf" srcId="{DF3F4231-9E59-4976-AFC9-01AC4C966D65}" destId="{A55D9BA2-3050-4A69-9D39-98E686AEED96}" srcOrd="0" destOrd="0" presId="urn:microsoft.com/office/officeart/2005/8/layout/process2"/>
    <dgm:cxn modelId="{22259346-B051-4910-9831-A71BF1B001FC}" type="presParOf" srcId="{74A1B846-88FB-468C-940C-BFB78922F831}" destId="{ACF9FADA-C501-48C4-892A-DA02A3671EF8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931A70-52E9-45B3-853B-E55CA0691E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61A22A9-7107-4D56-8D94-F00B4D619606}">
      <dgm:prSet/>
      <dgm:spPr/>
      <dgm:t>
        <a:bodyPr/>
        <a:lstStyle/>
        <a:p>
          <a:r>
            <a:rPr lang="en-US"/>
            <a:t>Dataset used: </a:t>
          </a:r>
          <a:r>
            <a:rPr lang="en-US" b="1"/>
            <a:t>TriviaQA</a:t>
          </a:r>
          <a:endParaRPr lang="en-US"/>
        </a:p>
      </dgm:t>
    </dgm:pt>
    <dgm:pt modelId="{2843AE0B-DBE4-4D3A-B4EB-C600B3BEFE39}" type="parTrans" cxnId="{04F4635C-E59E-45FC-9282-EF19C0B4BD81}">
      <dgm:prSet/>
      <dgm:spPr/>
      <dgm:t>
        <a:bodyPr/>
        <a:lstStyle/>
        <a:p>
          <a:endParaRPr lang="en-US"/>
        </a:p>
      </dgm:t>
    </dgm:pt>
    <dgm:pt modelId="{828E168A-36DB-42BD-84C9-CD1D2E38E0F6}" type="sibTrans" cxnId="{04F4635C-E59E-45FC-9282-EF19C0B4BD81}">
      <dgm:prSet/>
      <dgm:spPr/>
      <dgm:t>
        <a:bodyPr/>
        <a:lstStyle/>
        <a:p>
          <a:endParaRPr lang="en-US"/>
        </a:p>
      </dgm:t>
    </dgm:pt>
    <dgm:pt modelId="{CDB35C3F-4CC4-49ED-B7BE-74EB48270971}">
      <dgm:prSet/>
      <dgm:spPr/>
      <dgm:t>
        <a:bodyPr/>
        <a:lstStyle/>
        <a:p>
          <a:r>
            <a:rPr lang="en-US"/>
            <a:t>50 general knowledge questions were tested.</a:t>
          </a:r>
        </a:p>
      </dgm:t>
    </dgm:pt>
    <dgm:pt modelId="{653ACF2E-E43E-414D-A1D1-538C5B54DDEB}" type="parTrans" cxnId="{0C358E80-0747-4E39-9CEB-BD560E46B72A}">
      <dgm:prSet/>
      <dgm:spPr/>
      <dgm:t>
        <a:bodyPr/>
        <a:lstStyle/>
        <a:p>
          <a:endParaRPr lang="en-US"/>
        </a:p>
      </dgm:t>
    </dgm:pt>
    <dgm:pt modelId="{BB1792E5-302F-4D3B-B571-4C258AD1CED1}" type="sibTrans" cxnId="{0C358E80-0747-4E39-9CEB-BD560E46B72A}">
      <dgm:prSet/>
      <dgm:spPr/>
      <dgm:t>
        <a:bodyPr/>
        <a:lstStyle/>
        <a:p>
          <a:endParaRPr lang="en-US"/>
        </a:p>
      </dgm:t>
    </dgm:pt>
    <dgm:pt modelId="{536EFF65-7524-4DBB-91B9-790F078BB377}">
      <dgm:prSet/>
      <dgm:spPr/>
      <dgm:t>
        <a:bodyPr/>
        <a:lstStyle/>
        <a:p>
          <a:r>
            <a:rPr lang="en-US"/>
            <a:t>Evaluation criteria:</a:t>
          </a:r>
        </a:p>
      </dgm:t>
    </dgm:pt>
    <dgm:pt modelId="{9CFC1AFE-8BDC-48B5-B0AC-1617F9767C86}" type="parTrans" cxnId="{1FD485B9-226E-48E0-9CB6-533501851F6F}">
      <dgm:prSet/>
      <dgm:spPr/>
      <dgm:t>
        <a:bodyPr/>
        <a:lstStyle/>
        <a:p>
          <a:endParaRPr lang="en-US"/>
        </a:p>
      </dgm:t>
    </dgm:pt>
    <dgm:pt modelId="{C845EDA2-65C8-4A8E-9DDE-AECB4E753BD0}" type="sibTrans" cxnId="{1FD485B9-226E-48E0-9CB6-533501851F6F}">
      <dgm:prSet/>
      <dgm:spPr/>
      <dgm:t>
        <a:bodyPr/>
        <a:lstStyle/>
        <a:p>
          <a:endParaRPr lang="en-US"/>
        </a:p>
      </dgm:t>
    </dgm:pt>
    <dgm:pt modelId="{C1102D77-AE10-4547-BA36-13F5950B8751}">
      <dgm:prSet/>
      <dgm:spPr/>
      <dgm:t>
        <a:bodyPr/>
        <a:lstStyle/>
        <a:p>
          <a:r>
            <a:rPr lang="en-US"/>
            <a:t>Accuracy of answer </a:t>
          </a:r>
        </a:p>
      </dgm:t>
    </dgm:pt>
    <dgm:pt modelId="{34528D4F-E7C9-4477-86DF-1971806BD734}" type="parTrans" cxnId="{E66AB860-54E7-4E8D-931F-3F56A0FBD313}">
      <dgm:prSet/>
      <dgm:spPr/>
      <dgm:t>
        <a:bodyPr/>
        <a:lstStyle/>
        <a:p>
          <a:endParaRPr lang="en-US"/>
        </a:p>
      </dgm:t>
    </dgm:pt>
    <dgm:pt modelId="{111CCCCD-D704-497F-9E0B-0C02B7402D1A}" type="sibTrans" cxnId="{E66AB860-54E7-4E8D-931F-3F56A0FBD313}">
      <dgm:prSet/>
      <dgm:spPr/>
      <dgm:t>
        <a:bodyPr/>
        <a:lstStyle/>
        <a:p>
          <a:endParaRPr lang="en-US"/>
        </a:p>
      </dgm:t>
    </dgm:pt>
    <dgm:pt modelId="{7E1ECC60-F4E1-4EB0-BC7D-0DB41CCAA1D1}">
      <dgm:prSet/>
      <dgm:spPr/>
      <dgm:t>
        <a:bodyPr/>
        <a:lstStyle/>
        <a:p>
          <a:r>
            <a:rPr lang="en-US"/>
            <a:t>Clarity of explanation </a:t>
          </a:r>
        </a:p>
      </dgm:t>
    </dgm:pt>
    <dgm:pt modelId="{85B8D1F1-D00C-46AE-9083-28F4CF9084CB}" type="parTrans" cxnId="{BC6FB10E-C99E-43DB-80A2-2E818F497790}">
      <dgm:prSet/>
      <dgm:spPr/>
      <dgm:t>
        <a:bodyPr/>
        <a:lstStyle/>
        <a:p>
          <a:endParaRPr lang="en-US"/>
        </a:p>
      </dgm:t>
    </dgm:pt>
    <dgm:pt modelId="{E0045C03-FBDC-493E-A8F8-32C69C961824}" type="sibTrans" cxnId="{BC6FB10E-C99E-43DB-80A2-2E818F497790}">
      <dgm:prSet/>
      <dgm:spPr/>
      <dgm:t>
        <a:bodyPr/>
        <a:lstStyle/>
        <a:p>
          <a:endParaRPr lang="en-US"/>
        </a:p>
      </dgm:t>
    </dgm:pt>
    <dgm:pt modelId="{BA53CECA-AFCE-4C23-907F-1DC39231549F}">
      <dgm:prSet/>
      <dgm:spPr/>
      <dgm:t>
        <a:bodyPr/>
        <a:lstStyle/>
        <a:p>
          <a:r>
            <a:rPr lang="en-US"/>
            <a:t>Response speed</a:t>
          </a:r>
        </a:p>
      </dgm:t>
    </dgm:pt>
    <dgm:pt modelId="{367EBD85-F222-4B79-B92F-5BDDC58A6355}" type="parTrans" cxnId="{E3CA5505-0A22-4C61-A152-83E15529E2A6}">
      <dgm:prSet/>
      <dgm:spPr/>
      <dgm:t>
        <a:bodyPr/>
        <a:lstStyle/>
        <a:p>
          <a:endParaRPr lang="en-US"/>
        </a:p>
      </dgm:t>
    </dgm:pt>
    <dgm:pt modelId="{922F64E6-3A9E-411F-B245-342DA4B954B4}" type="sibTrans" cxnId="{E3CA5505-0A22-4C61-A152-83E15529E2A6}">
      <dgm:prSet/>
      <dgm:spPr/>
      <dgm:t>
        <a:bodyPr/>
        <a:lstStyle/>
        <a:p>
          <a:endParaRPr lang="en-US"/>
        </a:p>
      </dgm:t>
    </dgm:pt>
    <dgm:pt modelId="{E496DE5D-661E-44F9-A91F-A18439652800}" type="pres">
      <dgm:prSet presAssocID="{49931A70-52E9-45B3-853B-E55CA0691E7A}" presName="root" presStyleCnt="0">
        <dgm:presLayoutVars>
          <dgm:dir/>
          <dgm:resizeHandles val="exact"/>
        </dgm:presLayoutVars>
      </dgm:prSet>
      <dgm:spPr/>
    </dgm:pt>
    <dgm:pt modelId="{1A9E7E17-21A8-4867-A299-CE4FDB44B69D}" type="pres">
      <dgm:prSet presAssocID="{B61A22A9-7107-4D56-8D94-F00B4D619606}" presName="compNode" presStyleCnt="0"/>
      <dgm:spPr/>
    </dgm:pt>
    <dgm:pt modelId="{D2BDFFA2-CDBE-4383-AEA9-C274C46BA5C6}" type="pres">
      <dgm:prSet presAssocID="{B61A22A9-7107-4D56-8D94-F00B4D619606}" presName="bgRect" presStyleLbl="bgShp" presStyleIdx="0" presStyleCnt="6"/>
      <dgm:spPr/>
    </dgm:pt>
    <dgm:pt modelId="{FEBC9494-E48F-4195-AFBF-01BBADBD4BCC}" type="pres">
      <dgm:prSet presAssocID="{B61A22A9-7107-4D56-8D94-F00B4D61960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4B217A0-BA09-4436-8CEE-38F7E3197649}" type="pres">
      <dgm:prSet presAssocID="{B61A22A9-7107-4D56-8D94-F00B4D619606}" presName="spaceRect" presStyleCnt="0"/>
      <dgm:spPr/>
    </dgm:pt>
    <dgm:pt modelId="{18966C4E-0A5E-4B09-BF93-F88D3AF43E12}" type="pres">
      <dgm:prSet presAssocID="{B61A22A9-7107-4D56-8D94-F00B4D619606}" presName="parTx" presStyleLbl="revTx" presStyleIdx="0" presStyleCnt="6">
        <dgm:presLayoutVars>
          <dgm:chMax val="0"/>
          <dgm:chPref val="0"/>
        </dgm:presLayoutVars>
      </dgm:prSet>
      <dgm:spPr/>
    </dgm:pt>
    <dgm:pt modelId="{69E2CEF3-3D6D-44FF-AC6E-3355ABEBD750}" type="pres">
      <dgm:prSet presAssocID="{828E168A-36DB-42BD-84C9-CD1D2E38E0F6}" presName="sibTrans" presStyleCnt="0"/>
      <dgm:spPr/>
    </dgm:pt>
    <dgm:pt modelId="{7244F58D-7E48-45B1-A3E3-EC999369B186}" type="pres">
      <dgm:prSet presAssocID="{CDB35C3F-4CC4-49ED-B7BE-74EB48270971}" presName="compNode" presStyleCnt="0"/>
      <dgm:spPr/>
    </dgm:pt>
    <dgm:pt modelId="{930CAFB9-02C3-46C4-AF89-E597AD6D8132}" type="pres">
      <dgm:prSet presAssocID="{CDB35C3F-4CC4-49ED-B7BE-74EB48270971}" presName="bgRect" presStyleLbl="bgShp" presStyleIdx="1" presStyleCnt="6"/>
      <dgm:spPr/>
    </dgm:pt>
    <dgm:pt modelId="{C3CC6AA0-9095-4513-99E7-BAF2B8E01EB1}" type="pres">
      <dgm:prSet presAssocID="{CDB35C3F-4CC4-49ED-B7BE-74EB4827097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126D05FD-2B0A-4F9D-AF32-37AA958F557F}" type="pres">
      <dgm:prSet presAssocID="{CDB35C3F-4CC4-49ED-B7BE-74EB48270971}" presName="spaceRect" presStyleCnt="0"/>
      <dgm:spPr/>
    </dgm:pt>
    <dgm:pt modelId="{18B64724-3982-43B8-ABA6-AAF0C7A12A4F}" type="pres">
      <dgm:prSet presAssocID="{CDB35C3F-4CC4-49ED-B7BE-74EB48270971}" presName="parTx" presStyleLbl="revTx" presStyleIdx="1" presStyleCnt="6">
        <dgm:presLayoutVars>
          <dgm:chMax val="0"/>
          <dgm:chPref val="0"/>
        </dgm:presLayoutVars>
      </dgm:prSet>
      <dgm:spPr/>
    </dgm:pt>
    <dgm:pt modelId="{685F317D-8041-46B8-A008-8AE1B3322949}" type="pres">
      <dgm:prSet presAssocID="{BB1792E5-302F-4D3B-B571-4C258AD1CED1}" presName="sibTrans" presStyleCnt="0"/>
      <dgm:spPr/>
    </dgm:pt>
    <dgm:pt modelId="{2788DD7F-0D6D-4321-AE3A-C7F045F58941}" type="pres">
      <dgm:prSet presAssocID="{536EFF65-7524-4DBB-91B9-790F078BB377}" presName="compNode" presStyleCnt="0"/>
      <dgm:spPr/>
    </dgm:pt>
    <dgm:pt modelId="{36C1D0A1-FF51-48B3-98D5-E37D0515D0F5}" type="pres">
      <dgm:prSet presAssocID="{536EFF65-7524-4DBB-91B9-790F078BB377}" presName="bgRect" presStyleLbl="bgShp" presStyleIdx="2" presStyleCnt="6"/>
      <dgm:spPr/>
    </dgm:pt>
    <dgm:pt modelId="{5C0050A3-92FA-4DCE-83B0-4F3CCF2F7D66}" type="pres">
      <dgm:prSet presAssocID="{536EFF65-7524-4DBB-91B9-790F078BB37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92EA49F-BFFC-4881-9E80-979B5B23E6AD}" type="pres">
      <dgm:prSet presAssocID="{536EFF65-7524-4DBB-91B9-790F078BB377}" presName="spaceRect" presStyleCnt="0"/>
      <dgm:spPr/>
    </dgm:pt>
    <dgm:pt modelId="{50EB1F19-077C-499F-82BF-CD3C310FEB06}" type="pres">
      <dgm:prSet presAssocID="{536EFF65-7524-4DBB-91B9-790F078BB377}" presName="parTx" presStyleLbl="revTx" presStyleIdx="2" presStyleCnt="6">
        <dgm:presLayoutVars>
          <dgm:chMax val="0"/>
          <dgm:chPref val="0"/>
        </dgm:presLayoutVars>
      </dgm:prSet>
      <dgm:spPr/>
    </dgm:pt>
    <dgm:pt modelId="{2473CE3D-7F95-4850-AA6A-E2A51BD9E030}" type="pres">
      <dgm:prSet presAssocID="{C845EDA2-65C8-4A8E-9DDE-AECB4E753BD0}" presName="sibTrans" presStyleCnt="0"/>
      <dgm:spPr/>
    </dgm:pt>
    <dgm:pt modelId="{D08F4B9A-59FA-4757-AACE-9B91D8E617C7}" type="pres">
      <dgm:prSet presAssocID="{C1102D77-AE10-4547-BA36-13F5950B8751}" presName="compNode" presStyleCnt="0"/>
      <dgm:spPr/>
    </dgm:pt>
    <dgm:pt modelId="{DC3B579A-833E-4C27-AB56-E0ABEC84A181}" type="pres">
      <dgm:prSet presAssocID="{C1102D77-AE10-4547-BA36-13F5950B8751}" presName="bgRect" presStyleLbl="bgShp" presStyleIdx="3" presStyleCnt="6"/>
      <dgm:spPr/>
    </dgm:pt>
    <dgm:pt modelId="{35C3F6C2-9904-4704-881D-2337942BAE16}" type="pres">
      <dgm:prSet presAssocID="{C1102D77-AE10-4547-BA36-13F5950B875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229EE69-A5C0-4B6F-941C-2C2C765CBEC4}" type="pres">
      <dgm:prSet presAssocID="{C1102D77-AE10-4547-BA36-13F5950B8751}" presName="spaceRect" presStyleCnt="0"/>
      <dgm:spPr/>
    </dgm:pt>
    <dgm:pt modelId="{B9232B3B-6BA7-44BF-8F48-D76486ADCE51}" type="pres">
      <dgm:prSet presAssocID="{C1102D77-AE10-4547-BA36-13F5950B8751}" presName="parTx" presStyleLbl="revTx" presStyleIdx="3" presStyleCnt="6">
        <dgm:presLayoutVars>
          <dgm:chMax val="0"/>
          <dgm:chPref val="0"/>
        </dgm:presLayoutVars>
      </dgm:prSet>
      <dgm:spPr/>
    </dgm:pt>
    <dgm:pt modelId="{CF03FDF7-66B0-4BFF-BCCA-6C057C580FDC}" type="pres">
      <dgm:prSet presAssocID="{111CCCCD-D704-497F-9E0B-0C02B7402D1A}" presName="sibTrans" presStyleCnt="0"/>
      <dgm:spPr/>
    </dgm:pt>
    <dgm:pt modelId="{582DE759-50E5-4AF7-BBF3-4028CC98583A}" type="pres">
      <dgm:prSet presAssocID="{7E1ECC60-F4E1-4EB0-BC7D-0DB41CCAA1D1}" presName="compNode" presStyleCnt="0"/>
      <dgm:spPr/>
    </dgm:pt>
    <dgm:pt modelId="{B5B5A10F-F3CC-49E5-97F5-17176369CFA2}" type="pres">
      <dgm:prSet presAssocID="{7E1ECC60-F4E1-4EB0-BC7D-0DB41CCAA1D1}" presName="bgRect" presStyleLbl="bgShp" presStyleIdx="4" presStyleCnt="6"/>
      <dgm:spPr/>
    </dgm:pt>
    <dgm:pt modelId="{F142A8FC-277F-4285-A4B0-F16A72A0CFE1}" type="pres">
      <dgm:prSet presAssocID="{7E1ECC60-F4E1-4EB0-BC7D-0DB41CCAA1D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D23D7A0-C477-4CAF-AD73-F0B2A0A7E1AC}" type="pres">
      <dgm:prSet presAssocID="{7E1ECC60-F4E1-4EB0-BC7D-0DB41CCAA1D1}" presName="spaceRect" presStyleCnt="0"/>
      <dgm:spPr/>
    </dgm:pt>
    <dgm:pt modelId="{D9FCCB56-D06F-4331-82E3-6F64DB467337}" type="pres">
      <dgm:prSet presAssocID="{7E1ECC60-F4E1-4EB0-BC7D-0DB41CCAA1D1}" presName="parTx" presStyleLbl="revTx" presStyleIdx="4" presStyleCnt="6">
        <dgm:presLayoutVars>
          <dgm:chMax val="0"/>
          <dgm:chPref val="0"/>
        </dgm:presLayoutVars>
      </dgm:prSet>
      <dgm:spPr/>
    </dgm:pt>
    <dgm:pt modelId="{DAE6BF58-8BE3-4E9D-97CD-308083404DD9}" type="pres">
      <dgm:prSet presAssocID="{E0045C03-FBDC-493E-A8F8-32C69C961824}" presName="sibTrans" presStyleCnt="0"/>
      <dgm:spPr/>
    </dgm:pt>
    <dgm:pt modelId="{6F79EC05-F044-4026-A2E0-5B6DB8751F7E}" type="pres">
      <dgm:prSet presAssocID="{BA53CECA-AFCE-4C23-907F-1DC39231549F}" presName="compNode" presStyleCnt="0"/>
      <dgm:spPr/>
    </dgm:pt>
    <dgm:pt modelId="{F2AFB58C-521C-4A1B-916A-60FC3BE54B28}" type="pres">
      <dgm:prSet presAssocID="{BA53CECA-AFCE-4C23-907F-1DC39231549F}" presName="bgRect" presStyleLbl="bgShp" presStyleIdx="5" presStyleCnt="6"/>
      <dgm:spPr/>
    </dgm:pt>
    <dgm:pt modelId="{1FAFFDD8-8605-4714-A665-5FF8F769CCBA}" type="pres">
      <dgm:prSet presAssocID="{BA53CECA-AFCE-4C23-907F-1DC39231549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B0DFCC2-92C8-4D1D-B17C-043E04F92654}" type="pres">
      <dgm:prSet presAssocID="{BA53CECA-AFCE-4C23-907F-1DC39231549F}" presName="spaceRect" presStyleCnt="0"/>
      <dgm:spPr/>
    </dgm:pt>
    <dgm:pt modelId="{4CE1DEA0-FDDF-4EF8-B3A4-5161AF5ABCB8}" type="pres">
      <dgm:prSet presAssocID="{BA53CECA-AFCE-4C23-907F-1DC39231549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3CA5505-0A22-4C61-A152-83E15529E2A6}" srcId="{49931A70-52E9-45B3-853B-E55CA0691E7A}" destId="{BA53CECA-AFCE-4C23-907F-1DC39231549F}" srcOrd="5" destOrd="0" parTransId="{367EBD85-F222-4B79-B92F-5BDDC58A6355}" sibTransId="{922F64E6-3A9E-411F-B245-342DA4B954B4}"/>
    <dgm:cxn modelId="{BC6FB10E-C99E-43DB-80A2-2E818F497790}" srcId="{49931A70-52E9-45B3-853B-E55CA0691E7A}" destId="{7E1ECC60-F4E1-4EB0-BC7D-0DB41CCAA1D1}" srcOrd="4" destOrd="0" parTransId="{85B8D1F1-D00C-46AE-9083-28F4CF9084CB}" sibTransId="{E0045C03-FBDC-493E-A8F8-32C69C961824}"/>
    <dgm:cxn modelId="{4FA8E713-E104-4A3B-B7FE-681B858F87F5}" type="presOf" srcId="{7E1ECC60-F4E1-4EB0-BC7D-0DB41CCAA1D1}" destId="{D9FCCB56-D06F-4331-82E3-6F64DB467337}" srcOrd="0" destOrd="0" presId="urn:microsoft.com/office/officeart/2018/2/layout/IconVerticalSolidList"/>
    <dgm:cxn modelId="{04F4635C-E59E-45FC-9282-EF19C0B4BD81}" srcId="{49931A70-52E9-45B3-853B-E55CA0691E7A}" destId="{B61A22A9-7107-4D56-8D94-F00B4D619606}" srcOrd="0" destOrd="0" parTransId="{2843AE0B-DBE4-4D3A-B4EB-C600B3BEFE39}" sibTransId="{828E168A-36DB-42BD-84C9-CD1D2E38E0F6}"/>
    <dgm:cxn modelId="{E66AB860-54E7-4E8D-931F-3F56A0FBD313}" srcId="{49931A70-52E9-45B3-853B-E55CA0691E7A}" destId="{C1102D77-AE10-4547-BA36-13F5950B8751}" srcOrd="3" destOrd="0" parTransId="{34528D4F-E7C9-4477-86DF-1971806BD734}" sibTransId="{111CCCCD-D704-497F-9E0B-0C02B7402D1A}"/>
    <dgm:cxn modelId="{9A39A342-D3E1-4290-A7DF-9274AA65C8EE}" type="presOf" srcId="{C1102D77-AE10-4547-BA36-13F5950B8751}" destId="{B9232B3B-6BA7-44BF-8F48-D76486ADCE51}" srcOrd="0" destOrd="0" presId="urn:microsoft.com/office/officeart/2018/2/layout/IconVerticalSolidList"/>
    <dgm:cxn modelId="{0C358E80-0747-4E39-9CEB-BD560E46B72A}" srcId="{49931A70-52E9-45B3-853B-E55CA0691E7A}" destId="{CDB35C3F-4CC4-49ED-B7BE-74EB48270971}" srcOrd="1" destOrd="0" parTransId="{653ACF2E-E43E-414D-A1D1-538C5B54DDEB}" sibTransId="{BB1792E5-302F-4D3B-B571-4C258AD1CED1}"/>
    <dgm:cxn modelId="{18D05E94-A6B1-4CBD-9FFF-DF91D01AD7EF}" type="presOf" srcId="{B61A22A9-7107-4D56-8D94-F00B4D619606}" destId="{18966C4E-0A5E-4B09-BF93-F88D3AF43E12}" srcOrd="0" destOrd="0" presId="urn:microsoft.com/office/officeart/2018/2/layout/IconVerticalSolidList"/>
    <dgm:cxn modelId="{1FD485B9-226E-48E0-9CB6-533501851F6F}" srcId="{49931A70-52E9-45B3-853B-E55CA0691E7A}" destId="{536EFF65-7524-4DBB-91B9-790F078BB377}" srcOrd="2" destOrd="0" parTransId="{9CFC1AFE-8BDC-48B5-B0AC-1617F9767C86}" sibTransId="{C845EDA2-65C8-4A8E-9DDE-AECB4E753BD0}"/>
    <dgm:cxn modelId="{4C19EFCD-02FC-424A-BD29-155014867EF2}" type="presOf" srcId="{49931A70-52E9-45B3-853B-E55CA0691E7A}" destId="{E496DE5D-661E-44F9-A91F-A18439652800}" srcOrd="0" destOrd="0" presId="urn:microsoft.com/office/officeart/2018/2/layout/IconVerticalSolidList"/>
    <dgm:cxn modelId="{E8F17AEA-048E-4726-A166-C455158075F5}" type="presOf" srcId="{BA53CECA-AFCE-4C23-907F-1DC39231549F}" destId="{4CE1DEA0-FDDF-4EF8-B3A4-5161AF5ABCB8}" srcOrd="0" destOrd="0" presId="urn:microsoft.com/office/officeart/2018/2/layout/IconVerticalSolidList"/>
    <dgm:cxn modelId="{980E36FB-40C0-48A1-9F1D-38E4DF38159A}" type="presOf" srcId="{536EFF65-7524-4DBB-91B9-790F078BB377}" destId="{50EB1F19-077C-499F-82BF-CD3C310FEB06}" srcOrd="0" destOrd="0" presId="urn:microsoft.com/office/officeart/2018/2/layout/IconVerticalSolidList"/>
    <dgm:cxn modelId="{CE2944FC-E98A-4A00-BED8-2FD0FEB1D9A7}" type="presOf" srcId="{CDB35C3F-4CC4-49ED-B7BE-74EB48270971}" destId="{18B64724-3982-43B8-ABA6-AAF0C7A12A4F}" srcOrd="0" destOrd="0" presId="urn:microsoft.com/office/officeart/2018/2/layout/IconVerticalSolidList"/>
    <dgm:cxn modelId="{EE4D6700-B8C8-491F-9058-04BBAF10A4C8}" type="presParOf" srcId="{E496DE5D-661E-44F9-A91F-A18439652800}" destId="{1A9E7E17-21A8-4867-A299-CE4FDB44B69D}" srcOrd="0" destOrd="0" presId="urn:microsoft.com/office/officeart/2018/2/layout/IconVerticalSolidList"/>
    <dgm:cxn modelId="{30BE3F71-C2FE-4FF3-B5C3-0C6B9F38828F}" type="presParOf" srcId="{1A9E7E17-21A8-4867-A299-CE4FDB44B69D}" destId="{D2BDFFA2-CDBE-4383-AEA9-C274C46BA5C6}" srcOrd="0" destOrd="0" presId="urn:microsoft.com/office/officeart/2018/2/layout/IconVerticalSolidList"/>
    <dgm:cxn modelId="{9FA6F9E9-4413-4B43-A0B7-FE9DEA648A57}" type="presParOf" srcId="{1A9E7E17-21A8-4867-A299-CE4FDB44B69D}" destId="{FEBC9494-E48F-4195-AFBF-01BBADBD4BCC}" srcOrd="1" destOrd="0" presId="urn:microsoft.com/office/officeart/2018/2/layout/IconVerticalSolidList"/>
    <dgm:cxn modelId="{0341B873-51E9-47C2-A368-18A5E341271F}" type="presParOf" srcId="{1A9E7E17-21A8-4867-A299-CE4FDB44B69D}" destId="{A4B217A0-BA09-4436-8CEE-38F7E3197649}" srcOrd="2" destOrd="0" presId="urn:microsoft.com/office/officeart/2018/2/layout/IconVerticalSolidList"/>
    <dgm:cxn modelId="{57983B8B-B8AC-4CEF-970A-D3A180E4E9B0}" type="presParOf" srcId="{1A9E7E17-21A8-4867-A299-CE4FDB44B69D}" destId="{18966C4E-0A5E-4B09-BF93-F88D3AF43E12}" srcOrd="3" destOrd="0" presId="urn:microsoft.com/office/officeart/2018/2/layout/IconVerticalSolidList"/>
    <dgm:cxn modelId="{C0B6BD71-CAB1-4C24-A833-C54F665FE9BD}" type="presParOf" srcId="{E496DE5D-661E-44F9-A91F-A18439652800}" destId="{69E2CEF3-3D6D-44FF-AC6E-3355ABEBD750}" srcOrd="1" destOrd="0" presId="urn:microsoft.com/office/officeart/2018/2/layout/IconVerticalSolidList"/>
    <dgm:cxn modelId="{53ED740D-8199-4178-9B3F-AEA43ACE91BC}" type="presParOf" srcId="{E496DE5D-661E-44F9-A91F-A18439652800}" destId="{7244F58D-7E48-45B1-A3E3-EC999369B186}" srcOrd="2" destOrd="0" presId="urn:microsoft.com/office/officeart/2018/2/layout/IconVerticalSolidList"/>
    <dgm:cxn modelId="{DC83727A-9276-46BA-8B1B-9216B1E0F7B8}" type="presParOf" srcId="{7244F58D-7E48-45B1-A3E3-EC999369B186}" destId="{930CAFB9-02C3-46C4-AF89-E597AD6D8132}" srcOrd="0" destOrd="0" presId="urn:microsoft.com/office/officeart/2018/2/layout/IconVerticalSolidList"/>
    <dgm:cxn modelId="{28DEB056-2E02-4B54-8C42-8F048DFFA971}" type="presParOf" srcId="{7244F58D-7E48-45B1-A3E3-EC999369B186}" destId="{C3CC6AA0-9095-4513-99E7-BAF2B8E01EB1}" srcOrd="1" destOrd="0" presId="urn:microsoft.com/office/officeart/2018/2/layout/IconVerticalSolidList"/>
    <dgm:cxn modelId="{F8BF6584-C297-4D0E-8C26-85BD06BA2604}" type="presParOf" srcId="{7244F58D-7E48-45B1-A3E3-EC999369B186}" destId="{126D05FD-2B0A-4F9D-AF32-37AA958F557F}" srcOrd="2" destOrd="0" presId="urn:microsoft.com/office/officeart/2018/2/layout/IconVerticalSolidList"/>
    <dgm:cxn modelId="{04E54BEE-F5C7-4DF5-8C82-519301A4CCA2}" type="presParOf" srcId="{7244F58D-7E48-45B1-A3E3-EC999369B186}" destId="{18B64724-3982-43B8-ABA6-AAF0C7A12A4F}" srcOrd="3" destOrd="0" presId="urn:microsoft.com/office/officeart/2018/2/layout/IconVerticalSolidList"/>
    <dgm:cxn modelId="{F3288E22-DF8A-4932-A524-0AD179CA2133}" type="presParOf" srcId="{E496DE5D-661E-44F9-A91F-A18439652800}" destId="{685F317D-8041-46B8-A008-8AE1B3322949}" srcOrd="3" destOrd="0" presId="urn:microsoft.com/office/officeart/2018/2/layout/IconVerticalSolidList"/>
    <dgm:cxn modelId="{B0337549-048B-4E69-BF70-3E47C7DA0470}" type="presParOf" srcId="{E496DE5D-661E-44F9-A91F-A18439652800}" destId="{2788DD7F-0D6D-4321-AE3A-C7F045F58941}" srcOrd="4" destOrd="0" presId="urn:microsoft.com/office/officeart/2018/2/layout/IconVerticalSolidList"/>
    <dgm:cxn modelId="{D3FE0B91-AEF9-4E7D-AE1B-79714B26D536}" type="presParOf" srcId="{2788DD7F-0D6D-4321-AE3A-C7F045F58941}" destId="{36C1D0A1-FF51-48B3-98D5-E37D0515D0F5}" srcOrd="0" destOrd="0" presId="urn:microsoft.com/office/officeart/2018/2/layout/IconVerticalSolidList"/>
    <dgm:cxn modelId="{4A495DEF-B741-46EF-9CEB-28B6C3CE21D5}" type="presParOf" srcId="{2788DD7F-0D6D-4321-AE3A-C7F045F58941}" destId="{5C0050A3-92FA-4DCE-83B0-4F3CCF2F7D66}" srcOrd="1" destOrd="0" presId="urn:microsoft.com/office/officeart/2018/2/layout/IconVerticalSolidList"/>
    <dgm:cxn modelId="{34F66763-0805-4AF6-A037-3CA23B851DC2}" type="presParOf" srcId="{2788DD7F-0D6D-4321-AE3A-C7F045F58941}" destId="{F92EA49F-BFFC-4881-9E80-979B5B23E6AD}" srcOrd="2" destOrd="0" presId="urn:microsoft.com/office/officeart/2018/2/layout/IconVerticalSolidList"/>
    <dgm:cxn modelId="{F190ABD3-5ECB-48C0-B5DC-07AEC111807C}" type="presParOf" srcId="{2788DD7F-0D6D-4321-AE3A-C7F045F58941}" destId="{50EB1F19-077C-499F-82BF-CD3C310FEB06}" srcOrd="3" destOrd="0" presId="urn:microsoft.com/office/officeart/2018/2/layout/IconVerticalSolidList"/>
    <dgm:cxn modelId="{960431C0-B548-47C2-AA00-C3226C74A700}" type="presParOf" srcId="{E496DE5D-661E-44F9-A91F-A18439652800}" destId="{2473CE3D-7F95-4850-AA6A-E2A51BD9E030}" srcOrd="5" destOrd="0" presId="urn:microsoft.com/office/officeart/2018/2/layout/IconVerticalSolidList"/>
    <dgm:cxn modelId="{8FB316B6-0D34-4956-B9BD-1569998660E3}" type="presParOf" srcId="{E496DE5D-661E-44F9-A91F-A18439652800}" destId="{D08F4B9A-59FA-4757-AACE-9B91D8E617C7}" srcOrd="6" destOrd="0" presId="urn:microsoft.com/office/officeart/2018/2/layout/IconVerticalSolidList"/>
    <dgm:cxn modelId="{B3630CBE-A0EA-45BA-A2E6-E8E7FF6F3076}" type="presParOf" srcId="{D08F4B9A-59FA-4757-AACE-9B91D8E617C7}" destId="{DC3B579A-833E-4C27-AB56-E0ABEC84A181}" srcOrd="0" destOrd="0" presId="urn:microsoft.com/office/officeart/2018/2/layout/IconVerticalSolidList"/>
    <dgm:cxn modelId="{C784108F-DD57-408D-B59C-1C5FB7EF13D6}" type="presParOf" srcId="{D08F4B9A-59FA-4757-AACE-9B91D8E617C7}" destId="{35C3F6C2-9904-4704-881D-2337942BAE16}" srcOrd="1" destOrd="0" presId="urn:microsoft.com/office/officeart/2018/2/layout/IconVerticalSolidList"/>
    <dgm:cxn modelId="{0B10BB93-31DD-4995-9C30-B3FB30A1D687}" type="presParOf" srcId="{D08F4B9A-59FA-4757-AACE-9B91D8E617C7}" destId="{C229EE69-A5C0-4B6F-941C-2C2C765CBEC4}" srcOrd="2" destOrd="0" presId="urn:microsoft.com/office/officeart/2018/2/layout/IconVerticalSolidList"/>
    <dgm:cxn modelId="{E4552B91-5E84-4761-8185-059D3ACE2B86}" type="presParOf" srcId="{D08F4B9A-59FA-4757-AACE-9B91D8E617C7}" destId="{B9232B3B-6BA7-44BF-8F48-D76486ADCE51}" srcOrd="3" destOrd="0" presId="urn:microsoft.com/office/officeart/2018/2/layout/IconVerticalSolidList"/>
    <dgm:cxn modelId="{5D183AC9-769F-4082-BB1E-33407DFBA826}" type="presParOf" srcId="{E496DE5D-661E-44F9-A91F-A18439652800}" destId="{CF03FDF7-66B0-4BFF-BCCA-6C057C580FDC}" srcOrd="7" destOrd="0" presId="urn:microsoft.com/office/officeart/2018/2/layout/IconVerticalSolidList"/>
    <dgm:cxn modelId="{1C0B6C66-DA16-44F7-A994-20000B68DB01}" type="presParOf" srcId="{E496DE5D-661E-44F9-A91F-A18439652800}" destId="{582DE759-50E5-4AF7-BBF3-4028CC98583A}" srcOrd="8" destOrd="0" presId="urn:microsoft.com/office/officeart/2018/2/layout/IconVerticalSolidList"/>
    <dgm:cxn modelId="{95DD132A-C123-403E-ABC0-0385B9360438}" type="presParOf" srcId="{582DE759-50E5-4AF7-BBF3-4028CC98583A}" destId="{B5B5A10F-F3CC-49E5-97F5-17176369CFA2}" srcOrd="0" destOrd="0" presId="urn:microsoft.com/office/officeart/2018/2/layout/IconVerticalSolidList"/>
    <dgm:cxn modelId="{9C2D52B3-1007-4F1F-924B-5B6EAC50484D}" type="presParOf" srcId="{582DE759-50E5-4AF7-BBF3-4028CC98583A}" destId="{F142A8FC-277F-4285-A4B0-F16A72A0CFE1}" srcOrd="1" destOrd="0" presId="urn:microsoft.com/office/officeart/2018/2/layout/IconVerticalSolidList"/>
    <dgm:cxn modelId="{515C08CE-CEEA-4D55-AC34-13E2676E4D5F}" type="presParOf" srcId="{582DE759-50E5-4AF7-BBF3-4028CC98583A}" destId="{1D23D7A0-C477-4CAF-AD73-F0B2A0A7E1AC}" srcOrd="2" destOrd="0" presId="urn:microsoft.com/office/officeart/2018/2/layout/IconVerticalSolidList"/>
    <dgm:cxn modelId="{FE79029A-80AC-4A90-AA27-41669760C41E}" type="presParOf" srcId="{582DE759-50E5-4AF7-BBF3-4028CC98583A}" destId="{D9FCCB56-D06F-4331-82E3-6F64DB467337}" srcOrd="3" destOrd="0" presId="urn:microsoft.com/office/officeart/2018/2/layout/IconVerticalSolidList"/>
    <dgm:cxn modelId="{DCC14839-20CF-4A47-922A-965E905678FE}" type="presParOf" srcId="{E496DE5D-661E-44F9-A91F-A18439652800}" destId="{DAE6BF58-8BE3-4E9D-97CD-308083404DD9}" srcOrd="9" destOrd="0" presId="urn:microsoft.com/office/officeart/2018/2/layout/IconVerticalSolidList"/>
    <dgm:cxn modelId="{0BFF9CF6-904B-4F68-A75F-C0842688390D}" type="presParOf" srcId="{E496DE5D-661E-44F9-A91F-A18439652800}" destId="{6F79EC05-F044-4026-A2E0-5B6DB8751F7E}" srcOrd="10" destOrd="0" presId="urn:microsoft.com/office/officeart/2018/2/layout/IconVerticalSolidList"/>
    <dgm:cxn modelId="{D209CCFF-D93E-41E1-B54B-1383A3BF6FD7}" type="presParOf" srcId="{6F79EC05-F044-4026-A2E0-5B6DB8751F7E}" destId="{F2AFB58C-521C-4A1B-916A-60FC3BE54B28}" srcOrd="0" destOrd="0" presId="urn:microsoft.com/office/officeart/2018/2/layout/IconVerticalSolidList"/>
    <dgm:cxn modelId="{009EE596-7B86-41BB-A8A7-D8B9AE2DDFE1}" type="presParOf" srcId="{6F79EC05-F044-4026-A2E0-5B6DB8751F7E}" destId="{1FAFFDD8-8605-4714-A665-5FF8F769CCBA}" srcOrd="1" destOrd="0" presId="urn:microsoft.com/office/officeart/2018/2/layout/IconVerticalSolidList"/>
    <dgm:cxn modelId="{6EC2F411-BF9F-4D8B-BA4E-947C2DA7A5A6}" type="presParOf" srcId="{6F79EC05-F044-4026-A2E0-5B6DB8751F7E}" destId="{8B0DFCC2-92C8-4D1D-B17C-043E04F92654}" srcOrd="2" destOrd="0" presId="urn:microsoft.com/office/officeart/2018/2/layout/IconVerticalSolidList"/>
    <dgm:cxn modelId="{79DA999E-752C-49A3-A3C7-7A69F01A9440}" type="presParOf" srcId="{6F79EC05-F044-4026-A2E0-5B6DB8751F7E}" destId="{4CE1DEA0-FDDF-4EF8-B3A4-5161AF5ABC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2A8521B-18EF-4FD5-8D22-AC55EC7A2C5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0B9B6D-5BE5-4F75-A6EC-05BE5335CAD4}">
      <dgm:prSet/>
      <dgm:spPr/>
      <dgm:t>
        <a:bodyPr/>
        <a:lstStyle/>
        <a:p>
          <a:r>
            <a:rPr lang="en-US" b="1"/>
            <a:t>Answer Quality vs Accuracy Mismatch</a:t>
          </a:r>
          <a:endParaRPr lang="en-US"/>
        </a:p>
      </dgm:t>
    </dgm:pt>
    <dgm:pt modelId="{3133F3A3-CDA2-4034-A4AE-C6F9F1CFE072}" type="parTrans" cxnId="{A0DAE311-0F1C-4BB2-9DFD-70F994FC8FD1}">
      <dgm:prSet/>
      <dgm:spPr/>
      <dgm:t>
        <a:bodyPr/>
        <a:lstStyle/>
        <a:p>
          <a:endParaRPr lang="en-US"/>
        </a:p>
      </dgm:t>
    </dgm:pt>
    <dgm:pt modelId="{C68BFC07-094A-4CB9-9429-75DC27D8D382}" type="sibTrans" cxnId="{A0DAE311-0F1C-4BB2-9DFD-70F994FC8FD1}">
      <dgm:prSet/>
      <dgm:spPr/>
      <dgm:t>
        <a:bodyPr/>
        <a:lstStyle/>
        <a:p>
          <a:endParaRPr lang="en-US"/>
        </a:p>
      </dgm:t>
    </dgm:pt>
    <dgm:pt modelId="{D1EDF7F2-52BE-47A0-8398-E3BF43A6335C}">
      <dgm:prSet/>
      <dgm:spPr/>
      <dgm:t>
        <a:bodyPr/>
        <a:lstStyle/>
        <a:p>
          <a:r>
            <a:rPr lang="en-US"/>
            <a:t>Some models give long, detailed answers. But final answer is wrong</a:t>
          </a:r>
        </a:p>
      </dgm:t>
    </dgm:pt>
    <dgm:pt modelId="{B0617BB7-2BA8-47F6-B96D-9B00E43826BF}" type="parTrans" cxnId="{F6CF0B62-3176-4F46-93FF-C6BC7FA309CD}">
      <dgm:prSet/>
      <dgm:spPr/>
      <dgm:t>
        <a:bodyPr/>
        <a:lstStyle/>
        <a:p>
          <a:endParaRPr lang="en-US"/>
        </a:p>
      </dgm:t>
    </dgm:pt>
    <dgm:pt modelId="{021DC98B-422B-4022-A436-0373C5282C67}" type="sibTrans" cxnId="{F6CF0B62-3176-4F46-93FF-C6BC7FA309CD}">
      <dgm:prSet/>
      <dgm:spPr/>
      <dgm:t>
        <a:bodyPr/>
        <a:lstStyle/>
        <a:p>
          <a:endParaRPr lang="en-US"/>
        </a:p>
      </dgm:t>
    </dgm:pt>
    <dgm:pt modelId="{D4E9703A-ED02-403C-8C49-0B0E7141B3C8}">
      <dgm:prSet/>
      <dgm:spPr/>
      <dgm:t>
        <a:bodyPr/>
        <a:lstStyle/>
        <a:p>
          <a:r>
            <a:rPr lang="en-US"/>
            <a:t>It shows that High answer quality ≠ high accuracy</a:t>
          </a:r>
          <a:br>
            <a:rPr lang="en-US"/>
          </a:br>
          <a:endParaRPr lang="en-US"/>
        </a:p>
      </dgm:t>
    </dgm:pt>
    <dgm:pt modelId="{380E92C3-80C9-4547-9923-37E08C005173}" type="parTrans" cxnId="{7C39B54D-70E6-4C40-8704-543D1FC429AF}">
      <dgm:prSet/>
      <dgm:spPr/>
      <dgm:t>
        <a:bodyPr/>
        <a:lstStyle/>
        <a:p>
          <a:endParaRPr lang="en-US"/>
        </a:p>
      </dgm:t>
    </dgm:pt>
    <dgm:pt modelId="{F3D043DF-35E0-4B9B-AC58-98B237BB2F4F}" type="sibTrans" cxnId="{7C39B54D-70E6-4C40-8704-543D1FC429AF}">
      <dgm:prSet/>
      <dgm:spPr/>
      <dgm:t>
        <a:bodyPr/>
        <a:lstStyle/>
        <a:p>
          <a:endParaRPr lang="en-US"/>
        </a:p>
      </dgm:t>
    </dgm:pt>
    <dgm:pt modelId="{3B452F13-C7AE-4094-BB7A-347023CD1780}">
      <dgm:prSet/>
      <dgm:spPr/>
      <dgm:t>
        <a:bodyPr/>
        <a:lstStyle/>
        <a:p>
          <a:r>
            <a:rPr lang="en-US"/>
            <a:t>Reasoning-optimized models outperform general LLMs on structured problem-solving tasks, but at the cost of higher latency and computational overhead.</a:t>
          </a:r>
        </a:p>
      </dgm:t>
    </dgm:pt>
    <dgm:pt modelId="{3674A798-8143-4FC6-8B27-99DAA2BD2AD3}" type="parTrans" cxnId="{2EE4A328-76F0-45BC-A456-524401D25618}">
      <dgm:prSet/>
      <dgm:spPr/>
      <dgm:t>
        <a:bodyPr/>
        <a:lstStyle/>
        <a:p>
          <a:endParaRPr lang="en-US"/>
        </a:p>
      </dgm:t>
    </dgm:pt>
    <dgm:pt modelId="{74225922-17DD-477B-BF9C-923C5A3867C7}" type="sibTrans" cxnId="{2EE4A328-76F0-45BC-A456-524401D25618}">
      <dgm:prSet/>
      <dgm:spPr/>
      <dgm:t>
        <a:bodyPr/>
        <a:lstStyle/>
        <a:p>
          <a:endParaRPr lang="en-US"/>
        </a:p>
      </dgm:t>
    </dgm:pt>
    <dgm:pt modelId="{F4312BF3-74AC-4432-A2E1-2967CFA4FBB1}" type="pres">
      <dgm:prSet presAssocID="{62A8521B-18EF-4FD5-8D22-AC55EC7A2C50}" presName="vert0" presStyleCnt="0">
        <dgm:presLayoutVars>
          <dgm:dir/>
          <dgm:animOne val="branch"/>
          <dgm:animLvl val="lvl"/>
        </dgm:presLayoutVars>
      </dgm:prSet>
      <dgm:spPr/>
    </dgm:pt>
    <dgm:pt modelId="{DE913039-54A6-4E86-8D4B-15F659AC99F6}" type="pres">
      <dgm:prSet presAssocID="{E60B9B6D-5BE5-4F75-A6EC-05BE5335CAD4}" presName="thickLine" presStyleLbl="alignNode1" presStyleIdx="0" presStyleCnt="4"/>
      <dgm:spPr/>
    </dgm:pt>
    <dgm:pt modelId="{480B4C38-4705-4CD8-95EC-1F81FCA65B3F}" type="pres">
      <dgm:prSet presAssocID="{E60B9B6D-5BE5-4F75-A6EC-05BE5335CAD4}" presName="horz1" presStyleCnt="0"/>
      <dgm:spPr/>
    </dgm:pt>
    <dgm:pt modelId="{89ED6E0B-2C69-43D8-A628-E3A913E7153C}" type="pres">
      <dgm:prSet presAssocID="{E60B9B6D-5BE5-4F75-A6EC-05BE5335CAD4}" presName="tx1" presStyleLbl="revTx" presStyleIdx="0" presStyleCnt="4"/>
      <dgm:spPr/>
    </dgm:pt>
    <dgm:pt modelId="{D3AF599F-DA27-4230-BCE0-D1F82576A17C}" type="pres">
      <dgm:prSet presAssocID="{E60B9B6D-5BE5-4F75-A6EC-05BE5335CAD4}" presName="vert1" presStyleCnt="0"/>
      <dgm:spPr/>
    </dgm:pt>
    <dgm:pt modelId="{639FEAC3-EF59-411A-ACAF-BA3AAEDC72DB}" type="pres">
      <dgm:prSet presAssocID="{D1EDF7F2-52BE-47A0-8398-E3BF43A6335C}" presName="thickLine" presStyleLbl="alignNode1" presStyleIdx="1" presStyleCnt="4"/>
      <dgm:spPr/>
    </dgm:pt>
    <dgm:pt modelId="{8CC6F224-DE8D-473B-94B5-2D71BE1DE2B1}" type="pres">
      <dgm:prSet presAssocID="{D1EDF7F2-52BE-47A0-8398-E3BF43A6335C}" presName="horz1" presStyleCnt="0"/>
      <dgm:spPr/>
    </dgm:pt>
    <dgm:pt modelId="{0CB20A8A-91CF-4F09-993E-DA40B5355DA2}" type="pres">
      <dgm:prSet presAssocID="{D1EDF7F2-52BE-47A0-8398-E3BF43A6335C}" presName="tx1" presStyleLbl="revTx" presStyleIdx="1" presStyleCnt="4"/>
      <dgm:spPr/>
    </dgm:pt>
    <dgm:pt modelId="{5E07F1DA-36F4-4B50-B0C5-8A2229D80C2E}" type="pres">
      <dgm:prSet presAssocID="{D1EDF7F2-52BE-47A0-8398-E3BF43A6335C}" presName="vert1" presStyleCnt="0"/>
      <dgm:spPr/>
    </dgm:pt>
    <dgm:pt modelId="{ADA872DE-AEE1-4558-BA22-288952CE5DDE}" type="pres">
      <dgm:prSet presAssocID="{D4E9703A-ED02-403C-8C49-0B0E7141B3C8}" presName="thickLine" presStyleLbl="alignNode1" presStyleIdx="2" presStyleCnt="4"/>
      <dgm:spPr/>
    </dgm:pt>
    <dgm:pt modelId="{1FDCB785-D432-42B2-95D8-D475A83BFC65}" type="pres">
      <dgm:prSet presAssocID="{D4E9703A-ED02-403C-8C49-0B0E7141B3C8}" presName="horz1" presStyleCnt="0"/>
      <dgm:spPr/>
    </dgm:pt>
    <dgm:pt modelId="{FC6BE0A3-349D-479D-AACB-472BB7B3EF97}" type="pres">
      <dgm:prSet presAssocID="{D4E9703A-ED02-403C-8C49-0B0E7141B3C8}" presName="tx1" presStyleLbl="revTx" presStyleIdx="2" presStyleCnt="4"/>
      <dgm:spPr/>
    </dgm:pt>
    <dgm:pt modelId="{4470907B-BEC0-4227-BAA5-D915C05203D4}" type="pres">
      <dgm:prSet presAssocID="{D4E9703A-ED02-403C-8C49-0B0E7141B3C8}" presName="vert1" presStyleCnt="0"/>
      <dgm:spPr/>
    </dgm:pt>
    <dgm:pt modelId="{7030DF3E-BF6E-4995-8951-867105B96751}" type="pres">
      <dgm:prSet presAssocID="{3B452F13-C7AE-4094-BB7A-347023CD1780}" presName="thickLine" presStyleLbl="alignNode1" presStyleIdx="3" presStyleCnt="4"/>
      <dgm:spPr/>
    </dgm:pt>
    <dgm:pt modelId="{A1B0489B-AE0A-42E4-8448-7E2C21358E73}" type="pres">
      <dgm:prSet presAssocID="{3B452F13-C7AE-4094-BB7A-347023CD1780}" presName="horz1" presStyleCnt="0"/>
      <dgm:spPr/>
    </dgm:pt>
    <dgm:pt modelId="{A80938E0-22BB-4D55-8ECB-68F0D507506E}" type="pres">
      <dgm:prSet presAssocID="{3B452F13-C7AE-4094-BB7A-347023CD1780}" presName="tx1" presStyleLbl="revTx" presStyleIdx="3" presStyleCnt="4"/>
      <dgm:spPr/>
    </dgm:pt>
    <dgm:pt modelId="{483037FA-8712-4A88-B911-8A9F1CB8AE9D}" type="pres">
      <dgm:prSet presAssocID="{3B452F13-C7AE-4094-BB7A-347023CD1780}" presName="vert1" presStyleCnt="0"/>
      <dgm:spPr/>
    </dgm:pt>
  </dgm:ptLst>
  <dgm:cxnLst>
    <dgm:cxn modelId="{A0DAE311-0F1C-4BB2-9DFD-70F994FC8FD1}" srcId="{62A8521B-18EF-4FD5-8D22-AC55EC7A2C50}" destId="{E60B9B6D-5BE5-4F75-A6EC-05BE5335CAD4}" srcOrd="0" destOrd="0" parTransId="{3133F3A3-CDA2-4034-A4AE-C6F9F1CFE072}" sibTransId="{C68BFC07-094A-4CB9-9429-75DC27D8D382}"/>
    <dgm:cxn modelId="{2EE4A328-76F0-45BC-A456-524401D25618}" srcId="{62A8521B-18EF-4FD5-8D22-AC55EC7A2C50}" destId="{3B452F13-C7AE-4094-BB7A-347023CD1780}" srcOrd="3" destOrd="0" parTransId="{3674A798-8143-4FC6-8B27-99DAA2BD2AD3}" sibTransId="{74225922-17DD-477B-BF9C-923C5A3867C7}"/>
    <dgm:cxn modelId="{965D3536-0124-4001-AFC1-D5FF47C1B685}" type="presOf" srcId="{62A8521B-18EF-4FD5-8D22-AC55EC7A2C50}" destId="{F4312BF3-74AC-4432-A2E1-2967CFA4FBB1}" srcOrd="0" destOrd="0" presId="urn:microsoft.com/office/officeart/2008/layout/LinedList"/>
    <dgm:cxn modelId="{F6CF0B62-3176-4F46-93FF-C6BC7FA309CD}" srcId="{62A8521B-18EF-4FD5-8D22-AC55EC7A2C50}" destId="{D1EDF7F2-52BE-47A0-8398-E3BF43A6335C}" srcOrd="1" destOrd="0" parTransId="{B0617BB7-2BA8-47F6-B96D-9B00E43826BF}" sibTransId="{021DC98B-422B-4022-A436-0373C5282C67}"/>
    <dgm:cxn modelId="{7C39B54D-70E6-4C40-8704-543D1FC429AF}" srcId="{62A8521B-18EF-4FD5-8D22-AC55EC7A2C50}" destId="{D4E9703A-ED02-403C-8C49-0B0E7141B3C8}" srcOrd="2" destOrd="0" parTransId="{380E92C3-80C9-4547-9923-37E08C005173}" sibTransId="{F3D043DF-35E0-4B9B-AC58-98B237BB2F4F}"/>
    <dgm:cxn modelId="{05E65D4F-1EE9-46F3-8662-42E1DA464C8E}" type="presOf" srcId="{E60B9B6D-5BE5-4F75-A6EC-05BE5335CAD4}" destId="{89ED6E0B-2C69-43D8-A628-E3A913E7153C}" srcOrd="0" destOrd="0" presId="urn:microsoft.com/office/officeart/2008/layout/LinedList"/>
    <dgm:cxn modelId="{FBAB849C-D839-42C9-807C-1546FDCBF385}" type="presOf" srcId="{3B452F13-C7AE-4094-BB7A-347023CD1780}" destId="{A80938E0-22BB-4D55-8ECB-68F0D507506E}" srcOrd="0" destOrd="0" presId="urn:microsoft.com/office/officeart/2008/layout/LinedList"/>
    <dgm:cxn modelId="{E09628EA-29F4-432F-97CB-684DB786023F}" type="presOf" srcId="{D4E9703A-ED02-403C-8C49-0B0E7141B3C8}" destId="{FC6BE0A3-349D-479D-AACB-472BB7B3EF97}" srcOrd="0" destOrd="0" presId="urn:microsoft.com/office/officeart/2008/layout/LinedList"/>
    <dgm:cxn modelId="{247970EF-A2CB-4178-BDA9-BA092FB8A839}" type="presOf" srcId="{D1EDF7F2-52BE-47A0-8398-E3BF43A6335C}" destId="{0CB20A8A-91CF-4F09-993E-DA40B5355DA2}" srcOrd="0" destOrd="0" presId="urn:microsoft.com/office/officeart/2008/layout/LinedList"/>
    <dgm:cxn modelId="{47C40DCD-4ED5-40BB-83EA-433B82DEC765}" type="presParOf" srcId="{F4312BF3-74AC-4432-A2E1-2967CFA4FBB1}" destId="{DE913039-54A6-4E86-8D4B-15F659AC99F6}" srcOrd="0" destOrd="0" presId="urn:microsoft.com/office/officeart/2008/layout/LinedList"/>
    <dgm:cxn modelId="{E1678134-A396-4609-9E53-BD6EADFAC459}" type="presParOf" srcId="{F4312BF3-74AC-4432-A2E1-2967CFA4FBB1}" destId="{480B4C38-4705-4CD8-95EC-1F81FCA65B3F}" srcOrd="1" destOrd="0" presId="urn:microsoft.com/office/officeart/2008/layout/LinedList"/>
    <dgm:cxn modelId="{EF770BAD-57D7-4BB4-BC28-B4F4A4AD08A7}" type="presParOf" srcId="{480B4C38-4705-4CD8-95EC-1F81FCA65B3F}" destId="{89ED6E0B-2C69-43D8-A628-E3A913E7153C}" srcOrd="0" destOrd="0" presId="urn:microsoft.com/office/officeart/2008/layout/LinedList"/>
    <dgm:cxn modelId="{D6066E86-B6B2-40DD-9851-805699DE2522}" type="presParOf" srcId="{480B4C38-4705-4CD8-95EC-1F81FCA65B3F}" destId="{D3AF599F-DA27-4230-BCE0-D1F82576A17C}" srcOrd="1" destOrd="0" presId="urn:microsoft.com/office/officeart/2008/layout/LinedList"/>
    <dgm:cxn modelId="{1F49A679-DF14-4CFD-91BC-4682AE333E72}" type="presParOf" srcId="{F4312BF3-74AC-4432-A2E1-2967CFA4FBB1}" destId="{639FEAC3-EF59-411A-ACAF-BA3AAEDC72DB}" srcOrd="2" destOrd="0" presId="urn:microsoft.com/office/officeart/2008/layout/LinedList"/>
    <dgm:cxn modelId="{BBC7A319-C8BF-4BB7-A8DA-620C4F9197CB}" type="presParOf" srcId="{F4312BF3-74AC-4432-A2E1-2967CFA4FBB1}" destId="{8CC6F224-DE8D-473B-94B5-2D71BE1DE2B1}" srcOrd="3" destOrd="0" presId="urn:microsoft.com/office/officeart/2008/layout/LinedList"/>
    <dgm:cxn modelId="{9076A6F3-9C34-4554-A83A-BBF157590188}" type="presParOf" srcId="{8CC6F224-DE8D-473B-94B5-2D71BE1DE2B1}" destId="{0CB20A8A-91CF-4F09-993E-DA40B5355DA2}" srcOrd="0" destOrd="0" presId="urn:microsoft.com/office/officeart/2008/layout/LinedList"/>
    <dgm:cxn modelId="{A80DA0DA-577E-47BE-BA95-63FE1D792891}" type="presParOf" srcId="{8CC6F224-DE8D-473B-94B5-2D71BE1DE2B1}" destId="{5E07F1DA-36F4-4B50-B0C5-8A2229D80C2E}" srcOrd="1" destOrd="0" presId="urn:microsoft.com/office/officeart/2008/layout/LinedList"/>
    <dgm:cxn modelId="{C87D7030-12B9-4509-AEAF-F79BD2323B6E}" type="presParOf" srcId="{F4312BF3-74AC-4432-A2E1-2967CFA4FBB1}" destId="{ADA872DE-AEE1-4558-BA22-288952CE5DDE}" srcOrd="4" destOrd="0" presId="urn:microsoft.com/office/officeart/2008/layout/LinedList"/>
    <dgm:cxn modelId="{98ECFC47-80EE-4813-A9FF-F31B5C4F3530}" type="presParOf" srcId="{F4312BF3-74AC-4432-A2E1-2967CFA4FBB1}" destId="{1FDCB785-D432-42B2-95D8-D475A83BFC65}" srcOrd="5" destOrd="0" presId="urn:microsoft.com/office/officeart/2008/layout/LinedList"/>
    <dgm:cxn modelId="{AB23F799-66AA-4859-B6D4-012446AD3122}" type="presParOf" srcId="{1FDCB785-D432-42B2-95D8-D475A83BFC65}" destId="{FC6BE0A3-349D-479D-AACB-472BB7B3EF97}" srcOrd="0" destOrd="0" presId="urn:microsoft.com/office/officeart/2008/layout/LinedList"/>
    <dgm:cxn modelId="{9F2A9FEF-3239-4467-AE3D-AE2624013C7A}" type="presParOf" srcId="{1FDCB785-D432-42B2-95D8-D475A83BFC65}" destId="{4470907B-BEC0-4227-BAA5-D915C05203D4}" srcOrd="1" destOrd="0" presId="urn:microsoft.com/office/officeart/2008/layout/LinedList"/>
    <dgm:cxn modelId="{6A14A012-451B-471F-833C-3A2C5FCEEA31}" type="presParOf" srcId="{F4312BF3-74AC-4432-A2E1-2967CFA4FBB1}" destId="{7030DF3E-BF6E-4995-8951-867105B96751}" srcOrd="6" destOrd="0" presId="urn:microsoft.com/office/officeart/2008/layout/LinedList"/>
    <dgm:cxn modelId="{84632F05-2527-470C-B332-48D6644AC8D5}" type="presParOf" srcId="{F4312BF3-74AC-4432-A2E1-2967CFA4FBB1}" destId="{A1B0489B-AE0A-42E4-8448-7E2C21358E73}" srcOrd="7" destOrd="0" presId="urn:microsoft.com/office/officeart/2008/layout/LinedList"/>
    <dgm:cxn modelId="{661E6830-A819-4917-9898-97468A1D611D}" type="presParOf" srcId="{A1B0489B-AE0A-42E4-8448-7E2C21358E73}" destId="{A80938E0-22BB-4D55-8ECB-68F0D507506E}" srcOrd="0" destOrd="0" presId="urn:microsoft.com/office/officeart/2008/layout/LinedList"/>
    <dgm:cxn modelId="{518C9C31-D71B-422E-90E7-99C0F1E30E6A}" type="presParOf" srcId="{A1B0489B-AE0A-42E4-8448-7E2C21358E73}" destId="{483037FA-8712-4A88-B911-8A9F1CB8AE9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8FE8BC7-1BDD-4343-AF83-5382EA457D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706851-C543-4591-BD3F-AD7378A0A08C}">
      <dgm:prSet/>
      <dgm:spPr/>
      <dgm:t>
        <a:bodyPr/>
        <a:lstStyle/>
        <a:p>
          <a:r>
            <a:rPr lang="en-US" dirty="0"/>
            <a:t> Models like o3-mini and qwen-32b perform better in math reasoning</a:t>
          </a:r>
        </a:p>
      </dgm:t>
    </dgm:pt>
    <dgm:pt modelId="{61F0E2C6-EBF9-4BE2-9C68-C663FBB7114D}" type="parTrans" cxnId="{7AF80EB7-4F7D-4A24-859A-F6DAC33EFA16}">
      <dgm:prSet/>
      <dgm:spPr/>
      <dgm:t>
        <a:bodyPr/>
        <a:lstStyle/>
        <a:p>
          <a:endParaRPr lang="en-US"/>
        </a:p>
      </dgm:t>
    </dgm:pt>
    <dgm:pt modelId="{42D0678A-041E-461A-87CA-C8BC403C24A4}" type="sibTrans" cxnId="{7AF80EB7-4F7D-4A24-859A-F6DAC33EFA16}">
      <dgm:prSet/>
      <dgm:spPr/>
      <dgm:t>
        <a:bodyPr/>
        <a:lstStyle/>
        <a:p>
          <a:endParaRPr lang="en-US"/>
        </a:p>
      </dgm:t>
    </dgm:pt>
    <dgm:pt modelId="{42442554-8563-491E-81DD-AB53283935B3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kern="1200" dirty="0"/>
            <a:t>Models like Llama (8B/70B) struggle with multi-step problems</a:t>
          </a:r>
        </a:p>
      </dgm:t>
    </dgm:pt>
    <dgm:pt modelId="{AB27966E-B5B8-4278-BB9C-06F40E887880}" type="parTrans" cxnId="{FADDB8BB-BC1D-4E42-AB43-2696EEF4DB85}">
      <dgm:prSet/>
      <dgm:spPr/>
      <dgm:t>
        <a:bodyPr/>
        <a:lstStyle/>
        <a:p>
          <a:endParaRPr lang="en-US"/>
        </a:p>
      </dgm:t>
    </dgm:pt>
    <dgm:pt modelId="{4ECD548D-EAF2-4A32-B41C-B2A43A5E459E}" type="sibTrans" cxnId="{FADDB8BB-BC1D-4E42-AB43-2696EEF4DB85}">
      <dgm:prSet/>
      <dgm:spPr/>
      <dgm:t>
        <a:bodyPr/>
        <a:lstStyle/>
        <a:p>
          <a:endParaRPr lang="en-US"/>
        </a:p>
      </dgm:t>
    </dgm:pt>
    <dgm:pt modelId="{8DC78073-9D62-495D-943A-72921553A9CC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kern="1200" dirty="0"/>
            <a:t>Llama-8B → fastest</a:t>
          </a:r>
        </a:p>
      </dgm:t>
    </dgm:pt>
    <dgm:pt modelId="{387BA958-7E00-4016-98F9-4A56F074C44A}" type="parTrans" cxnId="{B574BDA1-150A-4122-BB4B-639D69C83E8B}">
      <dgm:prSet/>
      <dgm:spPr/>
      <dgm:t>
        <a:bodyPr/>
        <a:lstStyle/>
        <a:p>
          <a:endParaRPr lang="en-US"/>
        </a:p>
      </dgm:t>
    </dgm:pt>
    <dgm:pt modelId="{23744D89-A359-4D5F-9AC6-CD8A586E9F1B}" type="sibTrans" cxnId="{B574BDA1-150A-4122-BB4B-639D69C83E8B}">
      <dgm:prSet/>
      <dgm:spPr/>
      <dgm:t>
        <a:bodyPr/>
        <a:lstStyle/>
        <a:p>
          <a:endParaRPr lang="en-US"/>
        </a:p>
      </dgm:t>
    </dgm:pt>
    <dgm:pt modelId="{0745CB65-A61E-4FC3-B746-C0583FFF0C16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kern="1200" dirty="0"/>
            <a:t>o3-mini / </a:t>
          </a:r>
          <a:r>
            <a:rPr lang="en-US" sz="1800" kern="1200" dirty="0" err="1"/>
            <a:t>qwen</a:t>
          </a:r>
          <a:r>
            <a:rPr lang="en-US" sz="1800" kern="1200" dirty="0"/>
            <a:t> are slower but more accurate</a:t>
          </a:r>
        </a:p>
      </dgm:t>
    </dgm:pt>
    <dgm:pt modelId="{9DE1690B-D8FF-4129-863C-4FEC26E9C741}" type="parTrans" cxnId="{6C5B47AC-6D64-49CE-A329-D8DE10B85548}">
      <dgm:prSet/>
      <dgm:spPr/>
      <dgm:t>
        <a:bodyPr/>
        <a:lstStyle/>
        <a:p>
          <a:endParaRPr lang="en-US"/>
        </a:p>
      </dgm:t>
    </dgm:pt>
    <dgm:pt modelId="{D656B848-C748-4200-B854-444A8EC6334B}" type="sibTrans" cxnId="{6C5B47AC-6D64-49CE-A329-D8DE10B85548}">
      <dgm:prSet/>
      <dgm:spPr/>
      <dgm:t>
        <a:bodyPr/>
        <a:lstStyle/>
        <a:p>
          <a:endParaRPr lang="en-US"/>
        </a:p>
      </dgm:t>
    </dgm:pt>
    <dgm:pt modelId="{13D83B22-AEB3-4A7D-A720-00590DCEF994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kern="1200" dirty="0"/>
            <a:t>o3-mini → highest accuracy</a:t>
          </a:r>
        </a:p>
      </dgm:t>
    </dgm:pt>
    <dgm:pt modelId="{87C39800-C146-4C6C-8654-95FAF78F9360}" type="parTrans" cxnId="{672F5512-1153-4A8F-AF8E-E2304A041B77}">
      <dgm:prSet/>
      <dgm:spPr/>
      <dgm:t>
        <a:bodyPr/>
        <a:lstStyle/>
        <a:p>
          <a:endParaRPr lang="en-US"/>
        </a:p>
      </dgm:t>
    </dgm:pt>
    <dgm:pt modelId="{8EE5B76D-5B41-4A81-8D25-50D4E88C2B65}" type="sibTrans" cxnId="{672F5512-1153-4A8F-AF8E-E2304A041B77}">
      <dgm:prSet/>
      <dgm:spPr/>
      <dgm:t>
        <a:bodyPr/>
        <a:lstStyle/>
        <a:p>
          <a:endParaRPr lang="en-US"/>
        </a:p>
      </dgm:t>
    </dgm:pt>
    <dgm:pt modelId="{79935823-B69D-44A2-ABAA-F9E8D20F160A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kern="1200" dirty="0"/>
            <a:t>qwen-32b → close second</a:t>
          </a:r>
        </a:p>
      </dgm:t>
    </dgm:pt>
    <dgm:pt modelId="{E1A8A05D-3060-4FA3-AB1E-4FCE82BF6524}" type="parTrans" cxnId="{6D18129C-E15D-4964-A96C-012547A958AF}">
      <dgm:prSet/>
      <dgm:spPr/>
      <dgm:t>
        <a:bodyPr/>
        <a:lstStyle/>
        <a:p>
          <a:endParaRPr lang="en-US"/>
        </a:p>
      </dgm:t>
    </dgm:pt>
    <dgm:pt modelId="{F5C04051-7EBC-4CE5-8C93-7B0F6F27D491}" type="sibTrans" cxnId="{6D18129C-E15D-4964-A96C-012547A958AF}">
      <dgm:prSet/>
      <dgm:spPr/>
      <dgm:t>
        <a:bodyPr/>
        <a:lstStyle/>
        <a:p>
          <a:endParaRPr lang="en-US"/>
        </a:p>
      </dgm:t>
    </dgm:pt>
    <dgm:pt modelId="{DE5454A0-C12B-423D-A780-9BA2A9A7D832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800" kern="1200" dirty="0"/>
            <a:t>Llama-70B → moderate</a:t>
          </a:r>
        </a:p>
      </dgm:t>
    </dgm:pt>
    <dgm:pt modelId="{5E494770-3059-4F8E-A6E0-7B74A9123F42}" type="parTrans" cxnId="{A694A33A-5581-46DE-B835-F36C2B8FFD68}">
      <dgm:prSet/>
      <dgm:spPr/>
      <dgm:t>
        <a:bodyPr/>
        <a:lstStyle/>
        <a:p>
          <a:endParaRPr lang="en-US"/>
        </a:p>
      </dgm:t>
    </dgm:pt>
    <dgm:pt modelId="{61F5CC29-2D5C-47D7-8C88-73E4CA715232}" type="sibTrans" cxnId="{A694A33A-5581-46DE-B835-F36C2B8FFD68}">
      <dgm:prSet/>
      <dgm:spPr/>
      <dgm:t>
        <a:bodyPr/>
        <a:lstStyle/>
        <a:p>
          <a:endParaRPr lang="en-US"/>
        </a:p>
      </dgm:t>
    </dgm:pt>
    <dgm:pt modelId="{6AD55AB7-C005-4B3A-A21D-841C6D5605BD}">
      <dgm:prSet/>
      <dgm:spPr/>
      <dgm:t>
        <a:bodyPr/>
        <a:lstStyle/>
        <a:p>
          <a:r>
            <a:rPr lang="en-US" dirty="0"/>
            <a:t>Llama-8B → lowest</a:t>
          </a:r>
        </a:p>
      </dgm:t>
    </dgm:pt>
    <dgm:pt modelId="{F756929A-92C1-4116-B5E1-7F80AB250CC8}" type="parTrans" cxnId="{64DCE730-DDC1-4A5E-8B4D-1A084B24E736}">
      <dgm:prSet/>
      <dgm:spPr/>
      <dgm:t>
        <a:bodyPr/>
        <a:lstStyle/>
        <a:p>
          <a:endParaRPr lang="en-US"/>
        </a:p>
      </dgm:t>
    </dgm:pt>
    <dgm:pt modelId="{3C57E089-B10C-42B1-82A9-1F2F56450039}" type="sibTrans" cxnId="{64DCE730-DDC1-4A5E-8B4D-1A084B24E736}">
      <dgm:prSet/>
      <dgm:spPr/>
      <dgm:t>
        <a:bodyPr/>
        <a:lstStyle/>
        <a:p>
          <a:endParaRPr lang="en-US"/>
        </a:p>
      </dgm:t>
    </dgm:pt>
    <dgm:pt modelId="{AC67B735-3801-4B03-9159-6E3C991633B5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300" kern="1200" dirty="0"/>
            <a:t> </a:t>
          </a:r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o3 mini model recommended                                     for Student chatbot considering the reasoning details required and overall accuracy/response time/reasoning quality</a:t>
          </a:r>
        </a:p>
      </dgm:t>
    </dgm:pt>
    <dgm:pt modelId="{FBC0F548-A0D5-4EF4-977A-539E68CE7E13}" type="parTrans" cxnId="{277C6554-7DA4-4DCA-A04B-7E6B7D52DAD7}">
      <dgm:prSet/>
      <dgm:spPr/>
      <dgm:t>
        <a:bodyPr/>
        <a:lstStyle/>
        <a:p>
          <a:endParaRPr lang="en-US"/>
        </a:p>
      </dgm:t>
    </dgm:pt>
    <dgm:pt modelId="{DF078759-867B-4321-B772-1375A2224AE0}" type="sibTrans" cxnId="{277C6554-7DA4-4DCA-A04B-7E6B7D52DAD7}">
      <dgm:prSet/>
      <dgm:spPr/>
      <dgm:t>
        <a:bodyPr/>
        <a:lstStyle/>
        <a:p>
          <a:endParaRPr lang="en-US"/>
        </a:p>
      </dgm:t>
    </dgm:pt>
    <dgm:pt modelId="{B07231CE-6F3C-49F5-8995-0F137F551D68}" type="pres">
      <dgm:prSet presAssocID="{C8FE8BC7-1BDD-4343-AF83-5382EA457D1C}" presName="linear" presStyleCnt="0">
        <dgm:presLayoutVars>
          <dgm:animLvl val="lvl"/>
          <dgm:resizeHandles val="exact"/>
        </dgm:presLayoutVars>
      </dgm:prSet>
      <dgm:spPr/>
    </dgm:pt>
    <dgm:pt modelId="{92EE615F-F1B5-46A3-A163-C70B35D5756B}" type="pres">
      <dgm:prSet presAssocID="{65706851-C543-4591-BD3F-AD7378A0A08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A0791B-608A-4C99-B19E-43BF11F71CC4}" type="pres">
      <dgm:prSet presAssocID="{65706851-C543-4591-BD3F-AD7378A0A08C}" presName="childText" presStyleLbl="revTx" presStyleIdx="0" presStyleCnt="1" custScaleY="118876">
        <dgm:presLayoutVars>
          <dgm:bulletEnabled val="1"/>
        </dgm:presLayoutVars>
      </dgm:prSet>
      <dgm:spPr/>
    </dgm:pt>
    <dgm:pt modelId="{1354FE31-11F5-493E-80BD-315AF20ACBA4}" type="pres">
      <dgm:prSet presAssocID="{6AD55AB7-C005-4B3A-A21D-841C6D5605BD}" presName="parentText" presStyleLbl="node1" presStyleIdx="1" presStyleCnt="2" custScaleY="50310">
        <dgm:presLayoutVars>
          <dgm:chMax val="0"/>
          <dgm:bulletEnabled val="1"/>
        </dgm:presLayoutVars>
      </dgm:prSet>
      <dgm:spPr/>
    </dgm:pt>
  </dgm:ptLst>
  <dgm:cxnLst>
    <dgm:cxn modelId="{FAEF9B03-DD20-4993-9B67-8789CD183A3E}" type="presOf" srcId="{6AD55AB7-C005-4B3A-A21D-841C6D5605BD}" destId="{1354FE31-11F5-493E-80BD-315AF20ACBA4}" srcOrd="0" destOrd="0" presId="urn:microsoft.com/office/officeart/2005/8/layout/vList2"/>
    <dgm:cxn modelId="{6B525C0B-36E4-466D-B6AD-0FCFADBD8605}" type="presOf" srcId="{AC67B735-3801-4B03-9159-6E3C991633B5}" destId="{32A0791B-608A-4C99-B19E-43BF11F71CC4}" srcOrd="0" destOrd="6" presId="urn:microsoft.com/office/officeart/2005/8/layout/vList2"/>
    <dgm:cxn modelId="{672F5512-1153-4A8F-AF8E-E2304A041B77}" srcId="{65706851-C543-4591-BD3F-AD7378A0A08C}" destId="{13D83B22-AEB3-4A7D-A720-00590DCEF994}" srcOrd="3" destOrd="0" parTransId="{87C39800-C146-4C6C-8654-95FAF78F9360}" sibTransId="{8EE5B76D-5B41-4A81-8D25-50D4E88C2B65}"/>
    <dgm:cxn modelId="{0374A519-3F5D-41F3-9425-AFFFAC0C60E0}" type="presOf" srcId="{DE5454A0-C12B-423D-A780-9BA2A9A7D832}" destId="{32A0791B-608A-4C99-B19E-43BF11F71CC4}" srcOrd="0" destOrd="5" presId="urn:microsoft.com/office/officeart/2005/8/layout/vList2"/>
    <dgm:cxn modelId="{38EDA92E-C865-4C61-AB6C-5B61A2F1F869}" type="presOf" srcId="{79935823-B69D-44A2-ABAA-F9E8D20F160A}" destId="{32A0791B-608A-4C99-B19E-43BF11F71CC4}" srcOrd="0" destOrd="4" presId="urn:microsoft.com/office/officeart/2005/8/layout/vList2"/>
    <dgm:cxn modelId="{64DCE730-DDC1-4A5E-8B4D-1A084B24E736}" srcId="{C8FE8BC7-1BDD-4343-AF83-5382EA457D1C}" destId="{6AD55AB7-C005-4B3A-A21D-841C6D5605BD}" srcOrd="1" destOrd="0" parTransId="{F756929A-92C1-4116-B5E1-7F80AB250CC8}" sibTransId="{3C57E089-B10C-42B1-82A9-1F2F56450039}"/>
    <dgm:cxn modelId="{65903039-707E-4ACD-99C7-ABDF90165FC7}" type="presOf" srcId="{0745CB65-A61E-4FC3-B746-C0583FFF0C16}" destId="{32A0791B-608A-4C99-B19E-43BF11F71CC4}" srcOrd="0" destOrd="2" presId="urn:microsoft.com/office/officeart/2005/8/layout/vList2"/>
    <dgm:cxn modelId="{A694A33A-5581-46DE-B835-F36C2B8FFD68}" srcId="{65706851-C543-4591-BD3F-AD7378A0A08C}" destId="{DE5454A0-C12B-423D-A780-9BA2A9A7D832}" srcOrd="5" destOrd="0" parTransId="{5E494770-3059-4F8E-A6E0-7B74A9123F42}" sibTransId="{61F5CC29-2D5C-47D7-8C88-73E4CA715232}"/>
    <dgm:cxn modelId="{53210673-E027-438C-A73B-1E930212B4A6}" type="presOf" srcId="{65706851-C543-4591-BD3F-AD7378A0A08C}" destId="{92EE615F-F1B5-46A3-A163-C70B35D5756B}" srcOrd="0" destOrd="0" presId="urn:microsoft.com/office/officeart/2005/8/layout/vList2"/>
    <dgm:cxn modelId="{4ED23253-EA05-4EF2-9A0D-519F610E91A0}" type="presOf" srcId="{C8FE8BC7-1BDD-4343-AF83-5382EA457D1C}" destId="{B07231CE-6F3C-49F5-8995-0F137F551D68}" srcOrd="0" destOrd="0" presId="urn:microsoft.com/office/officeart/2005/8/layout/vList2"/>
    <dgm:cxn modelId="{277C6554-7DA4-4DCA-A04B-7E6B7D52DAD7}" srcId="{65706851-C543-4591-BD3F-AD7378A0A08C}" destId="{AC67B735-3801-4B03-9159-6E3C991633B5}" srcOrd="6" destOrd="0" parTransId="{FBC0F548-A0D5-4EF4-977A-539E68CE7E13}" sibTransId="{DF078759-867B-4321-B772-1375A2224AE0}"/>
    <dgm:cxn modelId="{05CC5D8D-3B5D-4D15-BF41-4027C4B33936}" type="presOf" srcId="{13D83B22-AEB3-4A7D-A720-00590DCEF994}" destId="{32A0791B-608A-4C99-B19E-43BF11F71CC4}" srcOrd="0" destOrd="3" presId="urn:microsoft.com/office/officeart/2005/8/layout/vList2"/>
    <dgm:cxn modelId="{6D18129C-E15D-4964-A96C-012547A958AF}" srcId="{65706851-C543-4591-BD3F-AD7378A0A08C}" destId="{79935823-B69D-44A2-ABAA-F9E8D20F160A}" srcOrd="4" destOrd="0" parTransId="{E1A8A05D-3060-4FA3-AB1E-4FCE82BF6524}" sibTransId="{F5C04051-7EBC-4CE5-8C93-7B0F6F27D491}"/>
    <dgm:cxn modelId="{B574BDA1-150A-4122-BB4B-639D69C83E8B}" srcId="{65706851-C543-4591-BD3F-AD7378A0A08C}" destId="{8DC78073-9D62-495D-943A-72921553A9CC}" srcOrd="1" destOrd="0" parTransId="{387BA958-7E00-4016-98F9-4A56F074C44A}" sibTransId="{23744D89-A359-4D5F-9AC6-CD8A586E9F1B}"/>
    <dgm:cxn modelId="{6C5B47AC-6D64-49CE-A329-D8DE10B85548}" srcId="{65706851-C543-4591-BD3F-AD7378A0A08C}" destId="{0745CB65-A61E-4FC3-B746-C0583FFF0C16}" srcOrd="2" destOrd="0" parTransId="{9DE1690B-D8FF-4129-863C-4FEC26E9C741}" sibTransId="{D656B848-C748-4200-B854-444A8EC6334B}"/>
    <dgm:cxn modelId="{7AF80EB7-4F7D-4A24-859A-F6DAC33EFA16}" srcId="{C8FE8BC7-1BDD-4343-AF83-5382EA457D1C}" destId="{65706851-C543-4591-BD3F-AD7378A0A08C}" srcOrd="0" destOrd="0" parTransId="{61F0E2C6-EBF9-4BE2-9C68-C663FBB7114D}" sibTransId="{42D0678A-041E-461A-87CA-C8BC403C24A4}"/>
    <dgm:cxn modelId="{FADDB8BB-BC1D-4E42-AB43-2696EEF4DB85}" srcId="{65706851-C543-4591-BD3F-AD7378A0A08C}" destId="{42442554-8563-491E-81DD-AB53283935B3}" srcOrd="0" destOrd="0" parTransId="{AB27966E-B5B8-4278-BB9C-06F40E887880}" sibTransId="{4ECD548D-EAF2-4A32-B41C-B2A43A5E459E}"/>
    <dgm:cxn modelId="{88671BE0-D199-455E-9EC6-0C00E4E13715}" type="presOf" srcId="{42442554-8563-491E-81DD-AB53283935B3}" destId="{32A0791B-608A-4C99-B19E-43BF11F71CC4}" srcOrd="0" destOrd="0" presId="urn:microsoft.com/office/officeart/2005/8/layout/vList2"/>
    <dgm:cxn modelId="{3FB896E3-90A4-4646-BB29-F50C9F24E8F2}" type="presOf" srcId="{8DC78073-9D62-495D-943A-72921553A9CC}" destId="{32A0791B-608A-4C99-B19E-43BF11F71CC4}" srcOrd="0" destOrd="1" presId="urn:microsoft.com/office/officeart/2005/8/layout/vList2"/>
    <dgm:cxn modelId="{D97AA4C8-00D7-42C0-A9D3-5B1C9580A648}" type="presParOf" srcId="{B07231CE-6F3C-49F5-8995-0F137F551D68}" destId="{92EE615F-F1B5-46A3-A163-C70B35D5756B}" srcOrd="0" destOrd="0" presId="urn:microsoft.com/office/officeart/2005/8/layout/vList2"/>
    <dgm:cxn modelId="{9D14E480-9F97-47AB-B5DC-7C2C825BD418}" type="presParOf" srcId="{B07231CE-6F3C-49F5-8995-0F137F551D68}" destId="{32A0791B-608A-4C99-B19E-43BF11F71CC4}" srcOrd="1" destOrd="0" presId="urn:microsoft.com/office/officeart/2005/8/layout/vList2"/>
    <dgm:cxn modelId="{16B6E94F-88BF-4C42-B798-6467BE4B3078}" type="presParOf" srcId="{B07231CE-6F3C-49F5-8995-0F137F551D68}" destId="{1354FE31-11F5-493E-80BD-315AF20ACBA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0D7A9-358D-4CBC-9236-755C5D66926D}">
      <dsp:nvSpPr>
        <dsp:cNvPr id="0" name=""/>
        <dsp:cNvSpPr/>
      </dsp:nvSpPr>
      <dsp:spPr>
        <a:xfrm>
          <a:off x="0" y="341"/>
          <a:ext cx="60561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D52D1-8573-4F73-B9B8-C0AC3E4FFC7E}">
      <dsp:nvSpPr>
        <dsp:cNvPr id="0" name=""/>
        <dsp:cNvSpPr/>
      </dsp:nvSpPr>
      <dsp:spPr>
        <a:xfrm>
          <a:off x="0" y="341"/>
          <a:ext cx="6056111" cy="399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AI Model Comparison Project</a:t>
          </a:r>
        </a:p>
      </dsp:txBody>
      <dsp:txXfrm>
        <a:off x="0" y="341"/>
        <a:ext cx="6056111" cy="399958"/>
      </dsp:txXfrm>
    </dsp:sp>
    <dsp:sp modelId="{270C1519-D5CA-4055-B635-18389CBE3490}">
      <dsp:nvSpPr>
        <dsp:cNvPr id="0" name=""/>
        <dsp:cNvSpPr/>
      </dsp:nvSpPr>
      <dsp:spPr>
        <a:xfrm>
          <a:off x="0" y="400300"/>
          <a:ext cx="60561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0E6CA-2CFF-406E-95D9-679CCAA36F39}">
      <dsp:nvSpPr>
        <dsp:cNvPr id="0" name=""/>
        <dsp:cNvSpPr/>
      </dsp:nvSpPr>
      <dsp:spPr>
        <a:xfrm>
          <a:off x="0" y="400300"/>
          <a:ext cx="6056111" cy="399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 have done the project in 5 steps</a:t>
          </a:r>
        </a:p>
      </dsp:txBody>
      <dsp:txXfrm>
        <a:off x="0" y="400300"/>
        <a:ext cx="6056111" cy="399958"/>
      </dsp:txXfrm>
    </dsp:sp>
    <dsp:sp modelId="{2A0915B5-5D32-4880-BD51-ACF458E9BEDE}">
      <dsp:nvSpPr>
        <dsp:cNvPr id="0" name=""/>
        <dsp:cNvSpPr/>
      </dsp:nvSpPr>
      <dsp:spPr>
        <a:xfrm>
          <a:off x="0" y="800259"/>
          <a:ext cx="60561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90FC5-4330-4CE3-8673-4E763CA29B8A}">
      <dsp:nvSpPr>
        <dsp:cNvPr id="0" name=""/>
        <dsp:cNvSpPr/>
      </dsp:nvSpPr>
      <dsp:spPr>
        <a:xfrm>
          <a:off x="0" y="800259"/>
          <a:ext cx="6056111" cy="399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1. Load API keys</a:t>
          </a:r>
        </a:p>
      </dsp:txBody>
      <dsp:txXfrm>
        <a:off x="0" y="800259"/>
        <a:ext cx="6056111" cy="399958"/>
      </dsp:txXfrm>
    </dsp:sp>
    <dsp:sp modelId="{B5AACE76-5904-472C-8AC6-FED98521D3B3}">
      <dsp:nvSpPr>
        <dsp:cNvPr id="0" name=""/>
        <dsp:cNvSpPr/>
      </dsp:nvSpPr>
      <dsp:spPr>
        <a:xfrm>
          <a:off x="0" y="1200218"/>
          <a:ext cx="60561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5BB69-6CEA-4934-8CC5-6316BC1AE29D}">
      <dsp:nvSpPr>
        <dsp:cNvPr id="0" name=""/>
        <dsp:cNvSpPr/>
      </dsp:nvSpPr>
      <dsp:spPr>
        <a:xfrm>
          <a:off x="0" y="1200218"/>
          <a:ext cx="6056111" cy="399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Create model clients</a:t>
          </a:r>
        </a:p>
      </dsp:txBody>
      <dsp:txXfrm>
        <a:off x="0" y="1200218"/>
        <a:ext cx="6056111" cy="399958"/>
      </dsp:txXfrm>
    </dsp:sp>
    <dsp:sp modelId="{695CEB88-BD8F-438B-96FA-5F75FAAD06FE}">
      <dsp:nvSpPr>
        <dsp:cNvPr id="0" name=""/>
        <dsp:cNvSpPr/>
      </dsp:nvSpPr>
      <dsp:spPr>
        <a:xfrm>
          <a:off x="0" y="1600176"/>
          <a:ext cx="60561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A4070-731A-4ABB-9A25-7547AFC1EFC8}">
      <dsp:nvSpPr>
        <dsp:cNvPr id="0" name=""/>
        <dsp:cNvSpPr/>
      </dsp:nvSpPr>
      <dsp:spPr>
        <a:xfrm>
          <a:off x="0" y="1600176"/>
          <a:ext cx="6056111" cy="399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 Define model functions</a:t>
          </a:r>
        </a:p>
      </dsp:txBody>
      <dsp:txXfrm>
        <a:off x="0" y="1600176"/>
        <a:ext cx="6056111" cy="399958"/>
      </dsp:txXfrm>
    </dsp:sp>
    <dsp:sp modelId="{20584693-B816-48F0-88B0-AEBBC23EF33C}">
      <dsp:nvSpPr>
        <dsp:cNvPr id="0" name=""/>
        <dsp:cNvSpPr/>
      </dsp:nvSpPr>
      <dsp:spPr>
        <a:xfrm>
          <a:off x="0" y="2000135"/>
          <a:ext cx="60561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FA962-A787-45EA-B8FA-7FCDFBE6B5F7}">
      <dsp:nvSpPr>
        <dsp:cNvPr id="0" name=""/>
        <dsp:cNvSpPr/>
      </dsp:nvSpPr>
      <dsp:spPr>
        <a:xfrm>
          <a:off x="0" y="2000135"/>
          <a:ext cx="6056111" cy="399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 Run evaluation</a:t>
          </a:r>
        </a:p>
      </dsp:txBody>
      <dsp:txXfrm>
        <a:off x="0" y="2000135"/>
        <a:ext cx="6056111" cy="399958"/>
      </dsp:txXfrm>
    </dsp:sp>
    <dsp:sp modelId="{9085D2EC-3529-4095-8E78-9571DE1DE858}">
      <dsp:nvSpPr>
        <dsp:cNvPr id="0" name=""/>
        <dsp:cNvSpPr/>
      </dsp:nvSpPr>
      <dsp:spPr>
        <a:xfrm>
          <a:off x="0" y="2400094"/>
          <a:ext cx="60561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3141A-F12F-47E6-A123-B5BC6375760D}">
      <dsp:nvSpPr>
        <dsp:cNvPr id="0" name=""/>
        <dsp:cNvSpPr/>
      </dsp:nvSpPr>
      <dsp:spPr>
        <a:xfrm>
          <a:off x="0" y="2400094"/>
          <a:ext cx="6056111" cy="399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5. Show results (UI / scorecard)</a:t>
          </a:r>
        </a:p>
      </dsp:txBody>
      <dsp:txXfrm>
        <a:off x="0" y="2400094"/>
        <a:ext cx="6056111" cy="399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08901A-0228-4048-9448-0D4C917F38C0}">
      <dsp:nvSpPr>
        <dsp:cNvPr id="0" name=""/>
        <dsp:cNvSpPr/>
      </dsp:nvSpPr>
      <dsp:spPr>
        <a:xfrm>
          <a:off x="0" y="134355"/>
          <a:ext cx="5175384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Thinking Models: step-by-step reasoning</a:t>
          </a:r>
        </a:p>
      </dsp:txBody>
      <dsp:txXfrm>
        <a:off x="21075" y="155430"/>
        <a:ext cx="5133234" cy="389580"/>
      </dsp:txXfrm>
    </dsp:sp>
    <dsp:sp modelId="{4FCC5C51-8438-4C9F-BBCC-248C49B4C702}">
      <dsp:nvSpPr>
        <dsp:cNvPr id="0" name=""/>
        <dsp:cNvSpPr/>
      </dsp:nvSpPr>
      <dsp:spPr>
        <a:xfrm>
          <a:off x="0" y="617925"/>
          <a:ext cx="5175384" cy="431730"/>
        </a:xfrm>
        <a:prstGeom prst="roundRect">
          <a:avLst/>
        </a:prstGeom>
        <a:solidFill>
          <a:schemeClr val="accent2">
            <a:hueOff val="468152"/>
            <a:satOff val="-584"/>
            <a:lumOff val="1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Instruct Models: direct answers</a:t>
          </a:r>
        </a:p>
      </dsp:txBody>
      <dsp:txXfrm>
        <a:off x="21075" y="639000"/>
        <a:ext cx="5133234" cy="389580"/>
      </dsp:txXfrm>
    </dsp:sp>
    <dsp:sp modelId="{7CA92857-00E7-448B-861D-EDB109469604}">
      <dsp:nvSpPr>
        <dsp:cNvPr id="0" name=""/>
        <dsp:cNvSpPr/>
      </dsp:nvSpPr>
      <dsp:spPr>
        <a:xfrm>
          <a:off x="0" y="1101495"/>
          <a:ext cx="5175384" cy="431730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Creating Model Functions</a:t>
          </a:r>
        </a:p>
      </dsp:txBody>
      <dsp:txXfrm>
        <a:off x="21075" y="1122570"/>
        <a:ext cx="5133234" cy="389580"/>
      </dsp:txXfrm>
    </dsp:sp>
    <dsp:sp modelId="{E22121A4-A68C-432F-A604-84B7F55D9094}">
      <dsp:nvSpPr>
        <dsp:cNvPr id="0" name=""/>
        <dsp:cNvSpPr/>
      </dsp:nvSpPr>
      <dsp:spPr>
        <a:xfrm>
          <a:off x="0" y="1585065"/>
          <a:ext cx="5175384" cy="431730"/>
        </a:xfrm>
        <a:prstGeom prst="roundRect">
          <a:avLst/>
        </a:prstGeom>
        <a:solidFill>
          <a:schemeClr val="accent2">
            <a:hueOff val="1404456"/>
            <a:satOff val="-1752"/>
            <a:lumOff val="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Here we are performing</a:t>
          </a:r>
        </a:p>
      </dsp:txBody>
      <dsp:txXfrm>
        <a:off x="21075" y="1606140"/>
        <a:ext cx="5133234" cy="389580"/>
      </dsp:txXfrm>
    </dsp:sp>
    <dsp:sp modelId="{440F0597-6227-4399-BA80-DC112E0AE979}">
      <dsp:nvSpPr>
        <dsp:cNvPr id="0" name=""/>
        <dsp:cNvSpPr/>
      </dsp:nvSpPr>
      <dsp:spPr>
        <a:xfrm>
          <a:off x="0" y="2068635"/>
          <a:ext cx="5175384" cy="431730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1. Start timer</a:t>
          </a:r>
        </a:p>
      </dsp:txBody>
      <dsp:txXfrm>
        <a:off x="21075" y="2089710"/>
        <a:ext cx="5133234" cy="389580"/>
      </dsp:txXfrm>
    </dsp:sp>
    <dsp:sp modelId="{348DD449-53DD-44FF-89A8-515531AED019}">
      <dsp:nvSpPr>
        <dsp:cNvPr id="0" name=""/>
        <dsp:cNvSpPr/>
      </dsp:nvSpPr>
      <dsp:spPr>
        <a:xfrm>
          <a:off x="0" y="2552205"/>
          <a:ext cx="5175384" cy="4317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Send request to model</a:t>
          </a:r>
        </a:p>
      </dsp:txBody>
      <dsp:txXfrm>
        <a:off x="21075" y="2573280"/>
        <a:ext cx="5133234" cy="389580"/>
      </dsp:txXfrm>
    </dsp:sp>
    <dsp:sp modelId="{994B8C15-31FE-4EAE-8F60-4A70D104404E}">
      <dsp:nvSpPr>
        <dsp:cNvPr id="0" name=""/>
        <dsp:cNvSpPr/>
      </dsp:nvSpPr>
      <dsp:spPr>
        <a:xfrm>
          <a:off x="0" y="3035775"/>
          <a:ext cx="5175384" cy="431730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 Get response</a:t>
          </a:r>
        </a:p>
      </dsp:txBody>
      <dsp:txXfrm>
        <a:off x="21075" y="3056850"/>
        <a:ext cx="5133234" cy="389580"/>
      </dsp:txXfrm>
    </dsp:sp>
    <dsp:sp modelId="{B5CD2447-FE0E-4FC1-8D62-ED505E61408D}">
      <dsp:nvSpPr>
        <dsp:cNvPr id="0" name=""/>
        <dsp:cNvSpPr/>
      </dsp:nvSpPr>
      <dsp:spPr>
        <a:xfrm>
          <a:off x="0" y="3519345"/>
          <a:ext cx="5175384" cy="431730"/>
        </a:xfrm>
        <a:prstGeom prst="roundRect">
          <a:avLst/>
        </a:prstGeom>
        <a:solidFill>
          <a:schemeClr val="accent2">
            <a:hueOff val="3277063"/>
            <a:satOff val="-4087"/>
            <a:lumOff val="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 Calculate time</a:t>
          </a:r>
        </a:p>
      </dsp:txBody>
      <dsp:txXfrm>
        <a:off x="21075" y="3540420"/>
        <a:ext cx="5133234" cy="389580"/>
      </dsp:txXfrm>
    </dsp:sp>
    <dsp:sp modelId="{CF9F3310-34CC-4018-B0DF-5EC613743F7B}">
      <dsp:nvSpPr>
        <dsp:cNvPr id="0" name=""/>
        <dsp:cNvSpPr/>
      </dsp:nvSpPr>
      <dsp:spPr>
        <a:xfrm>
          <a:off x="0" y="4002915"/>
          <a:ext cx="5175384" cy="431730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Return:</a:t>
          </a:r>
        </a:p>
      </dsp:txBody>
      <dsp:txXfrm>
        <a:off x="21075" y="4023990"/>
        <a:ext cx="5133234" cy="389580"/>
      </dsp:txXfrm>
    </dsp:sp>
    <dsp:sp modelId="{BE6A76CE-917A-4D58-8328-6254B0C4326F}">
      <dsp:nvSpPr>
        <dsp:cNvPr id="0" name=""/>
        <dsp:cNvSpPr/>
      </dsp:nvSpPr>
      <dsp:spPr>
        <a:xfrm>
          <a:off x="0" y="4486485"/>
          <a:ext cx="5175384" cy="431730"/>
        </a:xfrm>
        <a:prstGeom prst="roundRect">
          <a:avLst/>
        </a:prstGeom>
        <a:solidFill>
          <a:schemeClr val="accent2">
            <a:hueOff val="4213367"/>
            <a:satOff val="-5255"/>
            <a:lumOff val="123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i. Answer</a:t>
          </a:r>
        </a:p>
      </dsp:txBody>
      <dsp:txXfrm>
        <a:off x="21075" y="4507560"/>
        <a:ext cx="5133234" cy="389580"/>
      </dsp:txXfrm>
    </dsp:sp>
    <dsp:sp modelId="{C9C42C73-D7A4-426D-B799-4F6926F44112}">
      <dsp:nvSpPr>
        <dsp:cNvPr id="0" name=""/>
        <dsp:cNvSpPr/>
      </dsp:nvSpPr>
      <dsp:spPr>
        <a:xfrm>
          <a:off x="0" y="4970055"/>
          <a:ext cx="5175384" cy="431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ii. Time Taken</a:t>
          </a:r>
        </a:p>
      </dsp:txBody>
      <dsp:txXfrm>
        <a:off x="21075" y="4991130"/>
        <a:ext cx="5133234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7CCC9-4355-424B-89FE-875A37B201D3}">
      <dsp:nvSpPr>
        <dsp:cNvPr id="0" name=""/>
        <dsp:cNvSpPr/>
      </dsp:nvSpPr>
      <dsp:spPr>
        <a:xfrm>
          <a:off x="585916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E35A2-B6F1-4556-8B06-8D30B1E8F545}">
      <dsp:nvSpPr>
        <dsp:cNvPr id="0" name=""/>
        <dsp:cNvSpPr/>
      </dsp:nvSpPr>
      <dsp:spPr>
        <a:xfrm>
          <a:off x="807805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88DF4-F691-41BC-869F-22FBD34B6583}">
      <dsp:nvSpPr>
        <dsp:cNvPr id="0" name=""/>
        <dsp:cNvSpPr/>
      </dsp:nvSpPr>
      <dsp:spPr>
        <a:xfrm>
          <a:off x="253083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Compare accuracy, reasoning, and response speed.</a:t>
          </a:r>
        </a:p>
      </dsp:txBody>
      <dsp:txXfrm>
        <a:off x="253083" y="1366892"/>
        <a:ext cx="1706835" cy="682734"/>
      </dsp:txXfrm>
    </dsp:sp>
    <dsp:sp modelId="{9AD950DD-BC52-4274-AC00-6FE2CAF3620D}">
      <dsp:nvSpPr>
        <dsp:cNvPr id="0" name=""/>
        <dsp:cNvSpPr/>
      </dsp:nvSpPr>
      <dsp:spPr>
        <a:xfrm>
          <a:off x="2591448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A48CD-2414-4666-B25D-8A8B5EC0802B}">
      <dsp:nvSpPr>
        <dsp:cNvPr id="0" name=""/>
        <dsp:cNvSpPr/>
      </dsp:nvSpPr>
      <dsp:spPr>
        <a:xfrm>
          <a:off x="2813337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D3183-E584-4746-8122-1E2BE0EB6815}">
      <dsp:nvSpPr>
        <dsp:cNvPr id="0" name=""/>
        <dsp:cNvSpPr/>
      </dsp:nvSpPr>
      <dsp:spPr>
        <a:xfrm>
          <a:off x="2258615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/>
            <a:t>Methodology</a:t>
          </a:r>
          <a:endParaRPr lang="en-US" sz="1400" kern="1200"/>
        </a:p>
      </dsp:txBody>
      <dsp:txXfrm>
        <a:off x="2258615" y="1366892"/>
        <a:ext cx="1706835" cy="682734"/>
      </dsp:txXfrm>
    </dsp:sp>
    <dsp:sp modelId="{C9A1D3EF-1106-4E74-8138-C9881DD42376}">
      <dsp:nvSpPr>
        <dsp:cNvPr id="0" name=""/>
        <dsp:cNvSpPr/>
      </dsp:nvSpPr>
      <dsp:spPr>
        <a:xfrm>
          <a:off x="4596981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4EEFD-8DB9-4CD2-95C7-D68D3E31909E}">
      <dsp:nvSpPr>
        <dsp:cNvPr id="0" name=""/>
        <dsp:cNvSpPr/>
      </dsp:nvSpPr>
      <dsp:spPr>
        <a:xfrm>
          <a:off x="4818869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24508-6812-4BC8-A76F-616846642BC0}">
      <dsp:nvSpPr>
        <dsp:cNvPr id="0" name=""/>
        <dsp:cNvSpPr/>
      </dsp:nvSpPr>
      <dsp:spPr>
        <a:xfrm>
          <a:off x="4264148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Four AI models were tested:</a:t>
          </a:r>
        </a:p>
      </dsp:txBody>
      <dsp:txXfrm>
        <a:off x="4264148" y="1366892"/>
        <a:ext cx="1706835" cy="682734"/>
      </dsp:txXfrm>
    </dsp:sp>
    <dsp:sp modelId="{C12E3847-9112-4285-A671-BC937EBD28EE}">
      <dsp:nvSpPr>
        <dsp:cNvPr id="0" name=""/>
        <dsp:cNvSpPr/>
      </dsp:nvSpPr>
      <dsp:spPr>
        <a:xfrm>
          <a:off x="6602513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15CC9-CC8D-442E-81B9-8EDC4B49ECE9}">
      <dsp:nvSpPr>
        <dsp:cNvPr id="0" name=""/>
        <dsp:cNvSpPr/>
      </dsp:nvSpPr>
      <dsp:spPr>
        <a:xfrm>
          <a:off x="6824402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3AE84-51BA-40B7-8283-EAC5D5BCB06D}">
      <dsp:nvSpPr>
        <dsp:cNvPr id="0" name=""/>
        <dsp:cNvSpPr/>
      </dsp:nvSpPr>
      <dsp:spPr>
        <a:xfrm>
          <a:off x="6269680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Two </a:t>
          </a:r>
          <a:r>
            <a:rPr lang="en-US" sz="1400" b="1" kern="1200"/>
            <a:t>Thinking Models</a:t>
          </a:r>
          <a:r>
            <a:rPr lang="en-US" sz="1400" kern="1200"/>
            <a:t> </a:t>
          </a:r>
        </a:p>
      </dsp:txBody>
      <dsp:txXfrm>
        <a:off x="6269680" y="1366892"/>
        <a:ext cx="1706835" cy="682734"/>
      </dsp:txXfrm>
    </dsp:sp>
    <dsp:sp modelId="{4693E0A6-E64A-452B-8282-085D6366E745}">
      <dsp:nvSpPr>
        <dsp:cNvPr id="0" name=""/>
        <dsp:cNvSpPr/>
      </dsp:nvSpPr>
      <dsp:spPr>
        <a:xfrm>
          <a:off x="2591448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3E2CF-0F4A-43DD-B5E7-5ECCD4B35455}">
      <dsp:nvSpPr>
        <dsp:cNvPr id="0" name=""/>
        <dsp:cNvSpPr/>
      </dsp:nvSpPr>
      <dsp:spPr>
        <a:xfrm>
          <a:off x="2813337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367B0-2C5C-4E35-BDC2-78216F1848D4}">
      <dsp:nvSpPr>
        <dsp:cNvPr id="0" name=""/>
        <dsp:cNvSpPr/>
      </dsp:nvSpPr>
      <dsp:spPr>
        <a:xfrm>
          <a:off x="2258615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Two </a:t>
          </a:r>
          <a:r>
            <a:rPr lang="en-US" sz="1400" b="1" kern="1200"/>
            <a:t>Instruct Models</a:t>
          </a:r>
          <a:r>
            <a:rPr lang="en-US" sz="1400" kern="1200"/>
            <a:t> </a:t>
          </a:r>
        </a:p>
      </dsp:txBody>
      <dsp:txXfrm>
        <a:off x="2258615" y="3841804"/>
        <a:ext cx="1706835" cy="682734"/>
      </dsp:txXfrm>
    </dsp:sp>
    <dsp:sp modelId="{D95BBF9C-BEEB-49C5-B1DA-2C725DF58AAF}">
      <dsp:nvSpPr>
        <dsp:cNvPr id="0" name=""/>
        <dsp:cNvSpPr/>
      </dsp:nvSpPr>
      <dsp:spPr>
        <a:xfrm>
          <a:off x="4596981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DA3C1-7868-4C04-AA00-8D5B915FFCE7}">
      <dsp:nvSpPr>
        <dsp:cNvPr id="0" name=""/>
        <dsp:cNvSpPr/>
      </dsp:nvSpPr>
      <dsp:spPr>
        <a:xfrm>
          <a:off x="4818869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90860-B82A-4CC0-BE0A-2ADA57E12F88}">
      <dsp:nvSpPr>
        <dsp:cNvPr id="0" name=""/>
        <dsp:cNvSpPr/>
      </dsp:nvSpPr>
      <dsp:spPr>
        <a:xfrm>
          <a:off x="4264148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All models were evaluated using three types of tasks.</a:t>
          </a:r>
        </a:p>
      </dsp:txBody>
      <dsp:txXfrm>
        <a:off x="4264148" y="3841804"/>
        <a:ext cx="1706835" cy="682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7B2DA-3B83-429D-A077-8EFE24D4E534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3F039F-E9ED-4B81-AB05-FD0AEA62F6C6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656E4-87C5-433A-B831-839566925149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GSM8K (Math)</a:t>
          </a:r>
        </a:p>
      </dsp:txBody>
      <dsp:txXfrm>
        <a:off x="46529" y="2703902"/>
        <a:ext cx="2418750" cy="720000"/>
      </dsp:txXfrm>
    </dsp:sp>
    <dsp:sp modelId="{78319898-AF0B-4AF8-9C6F-3CC225A9213B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B6870-C44E-473E-9558-05DE1D3845F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7613E-83F4-4D0B-960E-23412F6F333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HumanEval (Coding)</a:t>
          </a:r>
        </a:p>
      </dsp:txBody>
      <dsp:txXfrm>
        <a:off x="2888560" y="2703902"/>
        <a:ext cx="2418750" cy="720000"/>
      </dsp:txXfrm>
    </dsp:sp>
    <dsp:sp modelId="{1C3E24F8-A081-424B-B078-3E6EFFFFADE0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261494-73EE-474E-AECA-5CE73A3C86A4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0387C-D3AD-46D4-85D1-530ACA56BA2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TriviaQA (General Knowledge)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32B1A-E108-4E78-AD99-496CD366646A}">
      <dsp:nvSpPr>
        <dsp:cNvPr id="0" name=""/>
        <dsp:cNvSpPr/>
      </dsp:nvSpPr>
      <dsp:spPr>
        <a:xfrm>
          <a:off x="1370597" y="665"/>
          <a:ext cx="2258929" cy="778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Dataset used: </a:t>
          </a:r>
          <a:r>
            <a:rPr lang="en-US" sz="1400" b="1" kern="1200"/>
            <a:t>GSM8K</a:t>
          </a:r>
          <a:endParaRPr lang="en-US" sz="1400" kern="1200"/>
        </a:p>
      </dsp:txBody>
      <dsp:txXfrm>
        <a:off x="1393411" y="23479"/>
        <a:ext cx="2213301" cy="733313"/>
      </dsp:txXfrm>
    </dsp:sp>
    <dsp:sp modelId="{7000545E-772F-4FAB-8B99-625713A890A4}">
      <dsp:nvSpPr>
        <dsp:cNvPr id="0" name=""/>
        <dsp:cNvSpPr/>
      </dsp:nvSpPr>
      <dsp:spPr>
        <a:xfrm rot="5400000">
          <a:off x="2354010" y="799080"/>
          <a:ext cx="292102" cy="35052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94905" y="828291"/>
        <a:ext cx="210313" cy="204471"/>
      </dsp:txXfrm>
    </dsp:sp>
    <dsp:sp modelId="{ADDA4D2D-2757-49C9-A773-8F54F51B956A}">
      <dsp:nvSpPr>
        <dsp:cNvPr id="0" name=""/>
        <dsp:cNvSpPr/>
      </dsp:nvSpPr>
      <dsp:spPr>
        <a:xfrm>
          <a:off x="1370597" y="1169077"/>
          <a:ext cx="2258929" cy="778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50 math problems were sent to each model. The results were evaluated based on:</a:t>
          </a:r>
        </a:p>
      </dsp:txBody>
      <dsp:txXfrm>
        <a:off x="1393411" y="1191891"/>
        <a:ext cx="2213301" cy="733313"/>
      </dsp:txXfrm>
    </dsp:sp>
    <dsp:sp modelId="{6BAA1AC9-1A88-44A6-BCF5-40D978E12909}">
      <dsp:nvSpPr>
        <dsp:cNvPr id="0" name=""/>
        <dsp:cNvSpPr/>
      </dsp:nvSpPr>
      <dsp:spPr>
        <a:xfrm rot="5400000">
          <a:off x="2354010" y="1967492"/>
          <a:ext cx="292102" cy="35052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94905" y="1996703"/>
        <a:ext cx="210313" cy="204471"/>
      </dsp:txXfrm>
    </dsp:sp>
    <dsp:sp modelId="{D6607853-FC7E-4D28-9433-1E31679DCBEF}">
      <dsp:nvSpPr>
        <dsp:cNvPr id="0" name=""/>
        <dsp:cNvSpPr/>
      </dsp:nvSpPr>
      <dsp:spPr>
        <a:xfrm>
          <a:off x="1370597" y="2337489"/>
          <a:ext cx="2258929" cy="778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Correct final answer </a:t>
          </a:r>
        </a:p>
      </dsp:txBody>
      <dsp:txXfrm>
        <a:off x="1393411" y="2360303"/>
        <a:ext cx="2213301" cy="733313"/>
      </dsp:txXfrm>
    </dsp:sp>
    <dsp:sp modelId="{C1D456F8-5671-408A-9128-E67E972D54C2}">
      <dsp:nvSpPr>
        <dsp:cNvPr id="0" name=""/>
        <dsp:cNvSpPr/>
      </dsp:nvSpPr>
      <dsp:spPr>
        <a:xfrm rot="5400000">
          <a:off x="2354010" y="3135904"/>
          <a:ext cx="292102" cy="35052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94905" y="3165115"/>
        <a:ext cx="210313" cy="204471"/>
      </dsp:txXfrm>
    </dsp:sp>
    <dsp:sp modelId="{E46B9A51-2B2A-4537-B2A9-8196087983F3}">
      <dsp:nvSpPr>
        <dsp:cNvPr id="0" name=""/>
        <dsp:cNvSpPr/>
      </dsp:nvSpPr>
      <dsp:spPr>
        <a:xfrm>
          <a:off x="1370597" y="3505901"/>
          <a:ext cx="2258929" cy="778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Quality of reasoning </a:t>
          </a:r>
        </a:p>
      </dsp:txBody>
      <dsp:txXfrm>
        <a:off x="1393411" y="3528715"/>
        <a:ext cx="2213301" cy="733313"/>
      </dsp:txXfrm>
    </dsp:sp>
    <dsp:sp modelId="{FB93D380-884A-4D1E-9039-424DDE3E04B6}">
      <dsp:nvSpPr>
        <dsp:cNvPr id="0" name=""/>
        <dsp:cNvSpPr/>
      </dsp:nvSpPr>
      <dsp:spPr>
        <a:xfrm rot="5400000">
          <a:off x="2354010" y="4304315"/>
          <a:ext cx="292102" cy="35052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94905" y="4333526"/>
        <a:ext cx="210313" cy="204471"/>
      </dsp:txXfrm>
    </dsp:sp>
    <dsp:sp modelId="{3FE433A2-2E1C-4F71-8A66-14B7D7F4FDBA}">
      <dsp:nvSpPr>
        <dsp:cNvPr id="0" name=""/>
        <dsp:cNvSpPr/>
      </dsp:nvSpPr>
      <dsp:spPr>
        <a:xfrm>
          <a:off x="1370597" y="4674313"/>
          <a:ext cx="2258929" cy="7789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Response time</a:t>
          </a:r>
        </a:p>
      </dsp:txBody>
      <dsp:txXfrm>
        <a:off x="1393411" y="4697127"/>
        <a:ext cx="2213301" cy="7333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BA2A7-7A88-48B3-BE04-1B97E3BD1E18}">
      <dsp:nvSpPr>
        <dsp:cNvPr id="0" name=""/>
        <dsp:cNvSpPr/>
      </dsp:nvSpPr>
      <dsp:spPr>
        <a:xfrm>
          <a:off x="1666411" y="2196"/>
          <a:ext cx="1842560" cy="650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Dataset used: </a:t>
          </a:r>
          <a:r>
            <a:rPr lang="en-US" sz="900" b="1" kern="1200"/>
            <a:t>HumanEval</a:t>
          </a:r>
          <a:endParaRPr lang="en-US" sz="900" kern="1200"/>
        </a:p>
      </dsp:txBody>
      <dsp:txXfrm>
        <a:off x="1685472" y="21257"/>
        <a:ext cx="1804438" cy="612671"/>
      </dsp:txXfrm>
    </dsp:sp>
    <dsp:sp modelId="{CDFA0D52-E1BD-4767-B297-FA6EAA944862}">
      <dsp:nvSpPr>
        <dsp:cNvPr id="0" name=""/>
        <dsp:cNvSpPr/>
      </dsp:nvSpPr>
      <dsp:spPr>
        <a:xfrm rot="5400000">
          <a:off x="2465668" y="669260"/>
          <a:ext cx="244047" cy="292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2499834" y="693665"/>
        <a:ext cx="175715" cy="170833"/>
      </dsp:txXfrm>
    </dsp:sp>
    <dsp:sp modelId="{3F78B993-4803-42EF-A915-DAA5641DF3C0}">
      <dsp:nvSpPr>
        <dsp:cNvPr id="0" name=""/>
        <dsp:cNvSpPr/>
      </dsp:nvSpPr>
      <dsp:spPr>
        <a:xfrm>
          <a:off x="1666411" y="978387"/>
          <a:ext cx="1842560" cy="650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25 Python coding problems were given to each model. Code responses were tested in </a:t>
          </a:r>
          <a:r>
            <a:rPr lang="en-US" sz="900" b="1" kern="1200"/>
            <a:t>Google Colab</a:t>
          </a:r>
          <a:r>
            <a:rPr lang="en-US" sz="900" kern="1200"/>
            <a:t> to verify whether the code ran successfully.</a:t>
          </a:r>
        </a:p>
      </dsp:txBody>
      <dsp:txXfrm>
        <a:off x="1685472" y="997448"/>
        <a:ext cx="1804438" cy="612671"/>
      </dsp:txXfrm>
    </dsp:sp>
    <dsp:sp modelId="{9C645D32-962A-4053-A199-9E9ACD827A12}">
      <dsp:nvSpPr>
        <dsp:cNvPr id="0" name=""/>
        <dsp:cNvSpPr/>
      </dsp:nvSpPr>
      <dsp:spPr>
        <a:xfrm rot="5400000">
          <a:off x="2465668" y="1645450"/>
          <a:ext cx="244047" cy="292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2499834" y="1669855"/>
        <a:ext cx="175715" cy="170833"/>
      </dsp:txXfrm>
    </dsp:sp>
    <dsp:sp modelId="{4180CED2-BE2F-4C4C-9C78-F389C55C5E15}">
      <dsp:nvSpPr>
        <dsp:cNvPr id="0" name=""/>
        <dsp:cNvSpPr/>
      </dsp:nvSpPr>
      <dsp:spPr>
        <a:xfrm>
          <a:off x="1666411" y="1954578"/>
          <a:ext cx="1842560" cy="650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Evaluation criteria:</a:t>
          </a:r>
        </a:p>
      </dsp:txBody>
      <dsp:txXfrm>
        <a:off x="1685472" y="1973639"/>
        <a:ext cx="1804438" cy="612671"/>
      </dsp:txXfrm>
    </dsp:sp>
    <dsp:sp modelId="{C2B7813A-0B5A-4011-A239-ECDB0868532B}">
      <dsp:nvSpPr>
        <dsp:cNvPr id="0" name=""/>
        <dsp:cNvSpPr/>
      </dsp:nvSpPr>
      <dsp:spPr>
        <a:xfrm rot="5400000">
          <a:off x="2465668" y="2621641"/>
          <a:ext cx="244047" cy="292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2499834" y="2646046"/>
        <a:ext cx="175715" cy="170833"/>
      </dsp:txXfrm>
    </dsp:sp>
    <dsp:sp modelId="{F8E3920C-E5D2-4DAB-BE1A-00BFC8BAD1E8}">
      <dsp:nvSpPr>
        <dsp:cNvPr id="0" name=""/>
        <dsp:cNvSpPr/>
      </dsp:nvSpPr>
      <dsp:spPr>
        <a:xfrm>
          <a:off x="1666411" y="2930768"/>
          <a:ext cx="1842560" cy="650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Code correctness </a:t>
          </a:r>
        </a:p>
      </dsp:txBody>
      <dsp:txXfrm>
        <a:off x="1685472" y="2949829"/>
        <a:ext cx="1804438" cy="612671"/>
      </dsp:txXfrm>
    </dsp:sp>
    <dsp:sp modelId="{A980A118-7170-4EF1-8805-177B010EC6F4}">
      <dsp:nvSpPr>
        <dsp:cNvPr id="0" name=""/>
        <dsp:cNvSpPr/>
      </dsp:nvSpPr>
      <dsp:spPr>
        <a:xfrm rot="5400000">
          <a:off x="2465668" y="3597832"/>
          <a:ext cx="244047" cy="292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2499834" y="3622237"/>
        <a:ext cx="175715" cy="170833"/>
      </dsp:txXfrm>
    </dsp:sp>
    <dsp:sp modelId="{E2FCB44E-F6F6-463D-A8A1-94FAB552A8E2}">
      <dsp:nvSpPr>
        <dsp:cNvPr id="0" name=""/>
        <dsp:cNvSpPr/>
      </dsp:nvSpPr>
      <dsp:spPr>
        <a:xfrm>
          <a:off x="1666411" y="3906959"/>
          <a:ext cx="1842560" cy="650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Execution success </a:t>
          </a:r>
        </a:p>
      </dsp:txBody>
      <dsp:txXfrm>
        <a:off x="1685472" y="3926020"/>
        <a:ext cx="1804438" cy="612671"/>
      </dsp:txXfrm>
    </dsp:sp>
    <dsp:sp modelId="{DF3F4231-9E59-4976-AFC9-01AC4C966D65}">
      <dsp:nvSpPr>
        <dsp:cNvPr id="0" name=""/>
        <dsp:cNvSpPr/>
      </dsp:nvSpPr>
      <dsp:spPr>
        <a:xfrm rot="5400000">
          <a:off x="2465668" y="4574023"/>
          <a:ext cx="244047" cy="2928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2499834" y="4598428"/>
        <a:ext cx="175715" cy="170833"/>
      </dsp:txXfrm>
    </dsp:sp>
    <dsp:sp modelId="{ACF9FADA-C501-48C4-892A-DA02A3671EF8}">
      <dsp:nvSpPr>
        <dsp:cNvPr id="0" name=""/>
        <dsp:cNvSpPr/>
      </dsp:nvSpPr>
      <dsp:spPr>
        <a:xfrm>
          <a:off x="1666411" y="4883150"/>
          <a:ext cx="1842560" cy="650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Code clarity</a:t>
          </a:r>
        </a:p>
      </dsp:txBody>
      <dsp:txXfrm>
        <a:off x="1685472" y="4902211"/>
        <a:ext cx="1804438" cy="6126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DFFA2-CDBE-4383-AEA9-C274C46BA5C6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C9494-E48F-4195-AFBF-01BBADBD4BCC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966C4E-0A5E-4B09-BF93-F88D3AF43E12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Dataset used: </a:t>
          </a:r>
          <a:r>
            <a:rPr lang="en-US" sz="1900" b="1" kern="1200"/>
            <a:t>TriviaQA</a:t>
          </a:r>
          <a:endParaRPr lang="en-US" sz="1900" kern="1200"/>
        </a:p>
      </dsp:txBody>
      <dsp:txXfrm>
        <a:off x="889864" y="1808"/>
        <a:ext cx="3794084" cy="770445"/>
      </dsp:txXfrm>
    </dsp:sp>
    <dsp:sp modelId="{930CAFB9-02C3-46C4-AF89-E597AD6D8132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C6AA0-9095-4513-99E7-BAF2B8E01EB1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64724-3982-43B8-ABA6-AAF0C7A12A4F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50 general knowledge questions were tested.</a:t>
          </a:r>
        </a:p>
      </dsp:txBody>
      <dsp:txXfrm>
        <a:off x="889864" y="964865"/>
        <a:ext cx="3794084" cy="770445"/>
      </dsp:txXfrm>
    </dsp:sp>
    <dsp:sp modelId="{36C1D0A1-FF51-48B3-98D5-E37D0515D0F5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050A3-92FA-4DCE-83B0-4F3CCF2F7D66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B1F19-077C-499F-82BF-CD3C310FEB06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Evaluation criteria:</a:t>
          </a:r>
        </a:p>
      </dsp:txBody>
      <dsp:txXfrm>
        <a:off x="889864" y="1927922"/>
        <a:ext cx="3794084" cy="770445"/>
      </dsp:txXfrm>
    </dsp:sp>
    <dsp:sp modelId="{DC3B579A-833E-4C27-AB56-E0ABEC84A181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3F6C2-9904-4704-881D-2337942BAE16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32B3B-6BA7-44BF-8F48-D76486ADCE51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Accuracy of answer </a:t>
          </a:r>
        </a:p>
      </dsp:txBody>
      <dsp:txXfrm>
        <a:off x="889864" y="2890979"/>
        <a:ext cx="3794084" cy="770445"/>
      </dsp:txXfrm>
    </dsp:sp>
    <dsp:sp modelId="{B5B5A10F-F3CC-49E5-97F5-17176369CFA2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2A8FC-277F-4285-A4B0-F16A72A0CFE1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CCB56-D06F-4331-82E3-6F64DB467337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Clarity of explanation </a:t>
          </a:r>
        </a:p>
      </dsp:txBody>
      <dsp:txXfrm>
        <a:off x="889864" y="3854036"/>
        <a:ext cx="3794084" cy="770445"/>
      </dsp:txXfrm>
    </dsp:sp>
    <dsp:sp modelId="{F2AFB58C-521C-4A1B-916A-60FC3BE54B28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FFDD8-8605-4714-A665-5FF8F769CCBA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1DEA0-FDDF-4EF8-B3A4-5161AF5ABCB8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Response speed</a:t>
          </a:r>
        </a:p>
      </dsp:txBody>
      <dsp:txXfrm>
        <a:off x="889864" y="4817093"/>
        <a:ext cx="3794084" cy="77044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13039-54A6-4E86-8D4B-15F659AC99F6}">
      <dsp:nvSpPr>
        <dsp:cNvPr id="0" name=""/>
        <dsp:cNvSpPr/>
      </dsp:nvSpPr>
      <dsp:spPr>
        <a:xfrm>
          <a:off x="0" y="0"/>
          <a:ext cx="67199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D6E0B-2C69-43D8-A628-E3A913E7153C}">
      <dsp:nvSpPr>
        <dsp:cNvPr id="0" name=""/>
        <dsp:cNvSpPr/>
      </dsp:nvSpPr>
      <dsp:spPr>
        <a:xfrm>
          <a:off x="0" y="0"/>
          <a:ext cx="6719919" cy="1136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Answer Quality vs Accuracy Mismatch</a:t>
          </a:r>
          <a:endParaRPr lang="en-US" sz="2200" kern="1200"/>
        </a:p>
      </dsp:txBody>
      <dsp:txXfrm>
        <a:off x="0" y="0"/>
        <a:ext cx="6719919" cy="1136569"/>
      </dsp:txXfrm>
    </dsp:sp>
    <dsp:sp modelId="{639FEAC3-EF59-411A-ACAF-BA3AAEDC72DB}">
      <dsp:nvSpPr>
        <dsp:cNvPr id="0" name=""/>
        <dsp:cNvSpPr/>
      </dsp:nvSpPr>
      <dsp:spPr>
        <a:xfrm>
          <a:off x="0" y="1136569"/>
          <a:ext cx="67199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20A8A-91CF-4F09-993E-DA40B5355DA2}">
      <dsp:nvSpPr>
        <dsp:cNvPr id="0" name=""/>
        <dsp:cNvSpPr/>
      </dsp:nvSpPr>
      <dsp:spPr>
        <a:xfrm>
          <a:off x="0" y="1136569"/>
          <a:ext cx="6719919" cy="1136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Some models give long, detailed answers. But final answer is wrong</a:t>
          </a:r>
        </a:p>
      </dsp:txBody>
      <dsp:txXfrm>
        <a:off x="0" y="1136569"/>
        <a:ext cx="6719919" cy="1136569"/>
      </dsp:txXfrm>
    </dsp:sp>
    <dsp:sp modelId="{ADA872DE-AEE1-4558-BA22-288952CE5DDE}">
      <dsp:nvSpPr>
        <dsp:cNvPr id="0" name=""/>
        <dsp:cNvSpPr/>
      </dsp:nvSpPr>
      <dsp:spPr>
        <a:xfrm>
          <a:off x="0" y="2273138"/>
          <a:ext cx="67199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BE0A3-349D-479D-AACB-472BB7B3EF97}">
      <dsp:nvSpPr>
        <dsp:cNvPr id="0" name=""/>
        <dsp:cNvSpPr/>
      </dsp:nvSpPr>
      <dsp:spPr>
        <a:xfrm>
          <a:off x="0" y="2273138"/>
          <a:ext cx="6719919" cy="1136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shows that High answer quality ≠ high accuracy</a:t>
          </a:r>
          <a:br>
            <a:rPr lang="en-US" sz="2200" kern="1200"/>
          </a:br>
          <a:endParaRPr lang="en-US" sz="2200" kern="1200"/>
        </a:p>
      </dsp:txBody>
      <dsp:txXfrm>
        <a:off x="0" y="2273138"/>
        <a:ext cx="6719919" cy="1136569"/>
      </dsp:txXfrm>
    </dsp:sp>
    <dsp:sp modelId="{7030DF3E-BF6E-4995-8951-867105B96751}">
      <dsp:nvSpPr>
        <dsp:cNvPr id="0" name=""/>
        <dsp:cNvSpPr/>
      </dsp:nvSpPr>
      <dsp:spPr>
        <a:xfrm>
          <a:off x="0" y="3409708"/>
          <a:ext cx="67199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938E0-22BB-4D55-8ECB-68F0D507506E}">
      <dsp:nvSpPr>
        <dsp:cNvPr id="0" name=""/>
        <dsp:cNvSpPr/>
      </dsp:nvSpPr>
      <dsp:spPr>
        <a:xfrm>
          <a:off x="0" y="3409708"/>
          <a:ext cx="6719919" cy="1136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Reasoning-optimized models outperform general LLMs on structured problem-solving tasks, but at the cost of higher latency and computational overhead.</a:t>
          </a:r>
        </a:p>
      </dsp:txBody>
      <dsp:txXfrm>
        <a:off x="0" y="3409708"/>
        <a:ext cx="6719919" cy="11365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E615F-F1B5-46A3-A163-C70B35D5756B}">
      <dsp:nvSpPr>
        <dsp:cNvPr id="0" name=""/>
        <dsp:cNvSpPr/>
      </dsp:nvSpPr>
      <dsp:spPr>
        <a:xfrm>
          <a:off x="0" y="44959"/>
          <a:ext cx="4120595" cy="1374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 Models like o3-mini and qwen-32b perform better in math reasoning</a:t>
          </a:r>
        </a:p>
      </dsp:txBody>
      <dsp:txXfrm>
        <a:off x="67110" y="112069"/>
        <a:ext cx="3986375" cy="1240530"/>
      </dsp:txXfrm>
    </dsp:sp>
    <dsp:sp modelId="{32A0791B-608A-4C99-B19E-43BF11F71CC4}">
      <dsp:nvSpPr>
        <dsp:cNvPr id="0" name=""/>
        <dsp:cNvSpPr/>
      </dsp:nvSpPr>
      <dsp:spPr>
        <a:xfrm>
          <a:off x="0" y="1419709"/>
          <a:ext cx="4120595" cy="4429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2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kern="1200" dirty="0"/>
            <a:t>Models like Llama (8B/70B) struggle with multi-step problems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kern="1200" dirty="0"/>
            <a:t>Llama-8B → fastest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kern="1200" dirty="0"/>
            <a:t>o3-mini / </a:t>
          </a:r>
          <a:r>
            <a:rPr lang="en-US" sz="1800" kern="1200" dirty="0" err="1"/>
            <a:t>qwen</a:t>
          </a:r>
          <a:r>
            <a:rPr lang="en-US" sz="1800" kern="1200" dirty="0"/>
            <a:t> are slower but more accurate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kern="1200" dirty="0"/>
            <a:t>o3-mini → highest accuracy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kern="1200" dirty="0"/>
            <a:t>qwen-32b → close second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1800" kern="1200" dirty="0"/>
            <a:t>Llama-70B → moderate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2300" kern="1200" dirty="0"/>
            <a:t> </a:t>
          </a:r>
          <a:r>
            <a:rPr lang="en-US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o3 mini model recommended                                     for Student chatbot considering the reasoning details required and overall accuracy/response time/reasoning quality</a:t>
          </a:r>
        </a:p>
      </dsp:txBody>
      <dsp:txXfrm>
        <a:off x="0" y="1419709"/>
        <a:ext cx="4120595" cy="4429319"/>
      </dsp:txXfrm>
    </dsp:sp>
    <dsp:sp modelId="{1354FE31-11F5-493E-80BD-315AF20ACBA4}">
      <dsp:nvSpPr>
        <dsp:cNvPr id="0" name=""/>
        <dsp:cNvSpPr/>
      </dsp:nvSpPr>
      <dsp:spPr>
        <a:xfrm>
          <a:off x="0" y="5849029"/>
          <a:ext cx="4120595" cy="6916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Llama-8B → lowest</a:t>
          </a:r>
        </a:p>
      </dsp:txBody>
      <dsp:txXfrm>
        <a:off x="33763" y="5882792"/>
        <a:ext cx="4053069" cy="624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ED0F-0216-EA34-BB5A-7437257C4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</a:rPr>
              <a:t>Thinking Models vs Instruct Models</a:t>
            </a:r>
            <a:endParaRPr lang="en-IN" sz="2800" dirty="0">
              <a:solidFill>
                <a:schemeClr val="accent1"/>
              </a:solidFill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2816430B-9CA0-EDB6-3F9D-75A8F43CA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800" b="1" dirty="0"/>
              <a:t>Submitted By: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200" dirty="0" err="1"/>
              <a:t>Jidigam</a:t>
            </a:r>
            <a:r>
              <a:rPr lang="en-IN" sz="1200" dirty="0"/>
              <a:t> Venkata Sai Pavan Kalyan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200" dirty="0"/>
              <a:t>Rajasekhar Reddy Palavali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200" dirty="0"/>
              <a:t>Dnyaneshwari </a:t>
            </a:r>
            <a:r>
              <a:rPr lang="en-IN" sz="1200" dirty="0" err="1"/>
              <a:t>Jayawant</a:t>
            </a:r>
            <a:r>
              <a:rPr lang="en-IN" sz="1200" dirty="0"/>
              <a:t> Shinde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200" dirty="0"/>
              <a:t>Pavithra </a:t>
            </a:r>
            <a:r>
              <a:rPr lang="en-IN" sz="1200" dirty="0" err="1"/>
              <a:t>Pn</a:t>
            </a:r>
            <a:endParaRPr lang="en-IN" sz="1200" dirty="0"/>
          </a:p>
          <a:p>
            <a:pPr>
              <a:buFont typeface="Wingdings" panose="05000000000000000000" pitchFamily="2" charset="2"/>
              <a:buChar char="v"/>
            </a:pPr>
            <a:endParaRPr lang="en-IN" sz="21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/>
              <a:t>Mentor: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200" dirty="0"/>
              <a:t>Varun </a:t>
            </a:r>
            <a:r>
              <a:rPr lang="en-IN" sz="1200" dirty="0" err="1"/>
              <a:t>Vennelaganti</a:t>
            </a:r>
            <a:endParaRPr lang="en-IN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950EC121-4EFD-673D-EEAB-1C314C202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4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 b="1"/>
              <a:t>Comparing Thinking Models vs Instruct Models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0127CE54-1B3D-EB13-AC9C-CE24C2FA5D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3930" y="2969469"/>
          <a:ext cx="6056111" cy="280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2A712C-DA40-1D3D-CF7A-96ACCD1C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5400" b="1" dirty="0"/>
              <a:t>Introduction</a:t>
            </a:r>
            <a:br>
              <a:rPr lang="en-US" sz="5400" b="1" dirty="0"/>
            </a:br>
            <a:endParaRPr lang="en-IN" sz="5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88DC06-A536-46AA-F958-C4221EF7F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412937"/>
            <a:ext cx="6964113" cy="3551959"/>
          </a:xfrm>
        </p:spPr>
        <p:txBody>
          <a:bodyPr anchor="t"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1500" dirty="0"/>
              <a:t>Large Language Models (LLMs) are widely used for tasks such as answering questions, solving problems, and generating code. Different types of models approach problems in different ways. This project compares </a:t>
            </a:r>
            <a:r>
              <a:rPr lang="en-US" sz="1500" b="1" dirty="0"/>
              <a:t>Thinking Models</a:t>
            </a:r>
            <a:r>
              <a:rPr lang="en-US" sz="1500" dirty="0"/>
              <a:t> and </a:t>
            </a:r>
            <a:r>
              <a:rPr lang="en-US" sz="1500" b="1" dirty="0"/>
              <a:t>Instruct Models</a:t>
            </a:r>
            <a:r>
              <a:rPr lang="en-US" sz="1500" dirty="0"/>
              <a:t> to understand how they perform across different tasks.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1500" dirty="0"/>
              <a:t>Thinking models generate </a:t>
            </a:r>
            <a:r>
              <a:rPr lang="en-US" sz="1500" b="1" dirty="0"/>
              <a:t>step-by-step reasoning</a:t>
            </a:r>
            <a:r>
              <a:rPr lang="en-US" sz="1500" dirty="0"/>
              <a:t> before providing the final answer. This helps explain how the solution was reached. In contrast, instruct models focus on </a:t>
            </a:r>
            <a:r>
              <a:rPr lang="en-US" sz="1500" b="1" dirty="0"/>
              <a:t>direct responses</a:t>
            </a:r>
            <a:r>
              <a:rPr lang="en-US" sz="1500" dirty="0"/>
              <a:t>, providing concise answers without showing intermediate reasoning steps.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1500" dirty="0"/>
              <a:t>The goal of this project is to evaluate how these two types of models perform on different tasks and determine when each type can be used.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IN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 b="1"/>
              <a:t>Model Types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54E04A-6E72-08A3-3DA1-C8D4F54866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83550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Project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9EABD2-93F3-9E95-994B-EA60E664A9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Datasets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29FFBC-2A64-995D-EB0D-E9D2F2D55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7361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Task 1: Math Word Problems</a:t>
            </a:r>
            <a:br>
              <a:rPr lang="en-US" sz="3500" b="1">
                <a:solidFill>
                  <a:srgbClr val="FFFFFF"/>
                </a:solidFill>
              </a:rPr>
            </a:br>
            <a:endParaRPr lang="en-US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CBD774-72EF-C39F-4B4A-9AC50D202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00443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28F0A-7019-E380-29A2-D23AD51B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b="1"/>
              <a:t>Task 2: Coding Problems</a:t>
            </a:r>
            <a:br>
              <a:rPr lang="en-US" sz="4700" b="1"/>
            </a:br>
            <a:endParaRPr lang="en-IN" sz="47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96D891E-20FF-316F-BEE4-ADBA6C443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19965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836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9FA022-17D9-A031-EE7F-9470CCA85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b="1" dirty="0"/>
              <a:t>Task 3: General Knowledge Q&amp;A</a:t>
            </a:r>
            <a:br>
              <a:rPr lang="en-US" b="1" dirty="0"/>
            </a:b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E52BB2-3399-0194-7D59-ABFB2AD0F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85811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076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349B9-2631-28FC-379A-0CB82170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21493"/>
            <a:ext cx="8458200" cy="60048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75BD37-0982-431A-B2AB-E73EE0D5D748}"/>
              </a:ext>
            </a:extLst>
          </p:cNvPr>
          <p:cNvSpPr txBox="1"/>
          <p:nvPr/>
        </p:nvSpPr>
        <p:spPr>
          <a:xfrm>
            <a:off x="770965" y="6580573"/>
            <a:ext cx="587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* Note: Since we’re using open source Cost per query chart is not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8BC4111-088B-AE32-AB19-9124C392EE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12040" y="1050587"/>
          <a:ext cx="6719919" cy="4546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41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Observations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3" name="TextBox 4">
            <a:extLst>
              <a:ext uri="{FF2B5EF4-FFF2-40B4-BE49-F238E27FC236}">
                <a16:creationId xmlns:a16="http://schemas.microsoft.com/office/drawing/2014/main" id="{0FAF56DE-66B9-A34A-132E-D94356ACC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6462769"/>
              </p:ext>
            </p:extLst>
          </p:nvPr>
        </p:nvGraphicFramePr>
        <p:xfrm>
          <a:off x="4792372" y="0"/>
          <a:ext cx="4120595" cy="6585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529</Words>
  <Application>Microsoft Office PowerPoint</Application>
  <PresentationFormat>On-screen Show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Thinking Models vs Instruct Models</vt:lpstr>
      <vt:lpstr>Comparing Thinking Models vs Instruct Models</vt:lpstr>
      <vt:lpstr>Introduction </vt:lpstr>
      <vt:lpstr>Model Types</vt:lpstr>
      <vt:lpstr>Project Goal</vt:lpstr>
      <vt:lpstr>Datasets Used</vt:lpstr>
      <vt:lpstr>Task 1: Math Word Problems </vt:lpstr>
      <vt:lpstr>Task 2: Coding Problems </vt:lpstr>
      <vt:lpstr>Task 3: General Knowledge Q&amp;A </vt:lpstr>
      <vt:lpstr>PowerPoint Presentation</vt:lpstr>
      <vt:lpstr>PowerPoint Presentation</vt:lpstr>
      <vt:lpstr>Observations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Models vs Instruct Models</dc:title>
  <dc:subject/>
  <dc:creator>PCL</dc:creator>
  <cp:keywords/>
  <dc:description>generated using python-pptx</dc:description>
  <cp:lastModifiedBy>Rajasekhar Reddy Palavali</cp:lastModifiedBy>
  <cp:revision>6</cp:revision>
  <dcterms:created xsi:type="dcterms:W3CDTF">2013-01-27T09:14:16Z</dcterms:created>
  <dcterms:modified xsi:type="dcterms:W3CDTF">2026-04-09T06:09:38Z</dcterms:modified>
  <cp:category/>
</cp:coreProperties>
</file>